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92" r:id="rId5"/>
    <p:sldId id="298" r:id="rId6"/>
    <p:sldId id="262" r:id="rId7"/>
    <p:sldId id="293" r:id="rId8"/>
    <p:sldId id="264" r:id="rId9"/>
    <p:sldId id="294" r:id="rId10"/>
    <p:sldId id="295" r:id="rId11"/>
    <p:sldId id="296" r:id="rId12"/>
    <p:sldId id="297" r:id="rId13"/>
    <p:sldId id="269" r:id="rId14"/>
    <p:sldId id="268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99" r:id="rId23"/>
    <p:sldId id="300" r:id="rId24"/>
    <p:sldId id="279" r:id="rId25"/>
    <p:sldId id="280" r:id="rId26"/>
    <p:sldId id="281" r:id="rId27"/>
    <p:sldId id="282" r:id="rId28"/>
    <p:sldId id="284" r:id="rId29"/>
    <p:sldId id="285" r:id="rId30"/>
    <p:sldId id="286" r:id="rId31"/>
    <p:sldId id="287" r:id="rId32"/>
    <p:sldId id="290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E6E52BE-7856-4EF6-8240-57E4C558C98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FD0EABE-C514-4E12-A2DD-875238DE9F28}">
      <dgm:prSet/>
      <dgm:spPr/>
      <dgm:t>
        <a:bodyPr/>
        <a:lstStyle/>
        <a:p>
          <a:r>
            <a:rPr lang="en-US"/>
            <a:t>▸ Runtime: .NET 8 / ASP.NET Core Web API</a:t>
          </a:r>
        </a:p>
      </dgm:t>
    </dgm:pt>
    <dgm:pt modelId="{981ABA9E-C522-47A2-9131-E7FF5C84F8AF}" type="parTrans" cxnId="{BA7CBD41-5996-4A7A-9C85-38694BCE7101}">
      <dgm:prSet/>
      <dgm:spPr/>
      <dgm:t>
        <a:bodyPr/>
        <a:lstStyle/>
        <a:p>
          <a:endParaRPr lang="en-US"/>
        </a:p>
      </dgm:t>
    </dgm:pt>
    <dgm:pt modelId="{6D8C8D4A-F3F7-4D51-8388-84FF1371844F}" type="sibTrans" cxnId="{BA7CBD41-5996-4A7A-9C85-38694BCE7101}">
      <dgm:prSet/>
      <dgm:spPr/>
      <dgm:t>
        <a:bodyPr/>
        <a:lstStyle/>
        <a:p>
          <a:endParaRPr lang="en-US"/>
        </a:p>
      </dgm:t>
    </dgm:pt>
    <dgm:pt modelId="{821295AC-F97A-4A1D-83BD-99DDAAAAB2E0}">
      <dgm:prSet/>
      <dgm:spPr/>
      <dgm:t>
        <a:bodyPr/>
        <a:lstStyle/>
        <a:p>
          <a:r>
            <a:rPr lang="en-US" dirty="0"/>
            <a:t>▸ ORM: Entity Framework Core + </a:t>
          </a:r>
          <a:r>
            <a:rPr lang="en-US" dirty="0" err="1"/>
            <a:t>Npgsql</a:t>
          </a:r>
          <a:r>
            <a:rPr lang="en-US" dirty="0"/>
            <a:t> (PostgreSQL)</a:t>
          </a:r>
        </a:p>
      </dgm:t>
    </dgm:pt>
    <dgm:pt modelId="{024884B3-8E27-42BE-A1E3-410613CA6776}" type="parTrans" cxnId="{36D0D7EA-E4D6-495B-8740-FEA4C9B9A50D}">
      <dgm:prSet/>
      <dgm:spPr/>
      <dgm:t>
        <a:bodyPr/>
        <a:lstStyle/>
        <a:p>
          <a:endParaRPr lang="en-US"/>
        </a:p>
      </dgm:t>
    </dgm:pt>
    <dgm:pt modelId="{B89C0751-7CFC-4C3D-976D-4EC1545FE817}" type="sibTrans" cxnId="{36D0D7EA-E4D6-495B-8740-FEA4C9B9A50D}">
      <dgm:prSet/>
      <dgm:spPr/>
      <dgm:t>
        <a:bodyPr/>
        <a:lstStyle/>
        <a:p>
          <a:endParaRPr lang="en-US"/>
        </a:p>
      </dgm:t>
    </dgm:pt>
    <dgm:pt modelId="{A6848EFA-E786-48B4-88FE-EA49A1678891}">
      <dgm:prSet/>
      <dgm:spPr/>
      <dgm:t>
        <a:bodyPr/>
        <a:lstStyle/>
        <a:p>
          <a:r>
            <a:rPr lang="en-US"/>
            <a:t>▸ Caching: StackExchange.Redis (cache-aside pattern)</a:t>
          </a:r>
        </a:p>
      </dgm:t>
    </dgm:pt>
    <dgm:pt modelId="{B1F48701-3CA9-486D-9E34-431EC6A77984}" type="parTrans" cxnId="{6BB21B28-BD42-4DF8-B486-DCEB86824AFA}">
      <dgm:prSet/>
      <dgm:spPr/>
      <dgm:t>
        <a:bodyPr/>
        <a:lstStyle/>
        <a:p>
          <a:endParaRPr lang="en-US"/>
        </a:p>
      </dgm:t>
    </dgm:pt>
    <dgm:pt modelId="{CC6E909D-24BF-47CD-906F-F7ABACF9A0CD}" type="sibTrans" cxnId="{6BB21B28-BD42-4DF8-B486-DCEB86824AFA}">
      <dgm:prSet/>
      <dgm:spPr/>
      <dgm:t>
        <a:bodyPr/>
        <a:lstStyle/>
        <a:p>
          <a:endParaRPr lang="en-US"/>
        </a:p>
      </dgm:t>
    </dgm:pt>
    <dgm:pt modelId="{A7770D81-CA6A-4A88-BA25-694ABC95C13A}">
      <dgm:prSet/>
      <dgm:spPr/>
      <dgm:t>
        <a:bodyPr/>
        <a:lstStyle/>
        <a:p>
          <a:r>
            <a:rPr lang="en-US"/>
            <a:t>▸ Messaging: RabbitMQ.Client (topic exchange, DLQ)</a:t>
          </a:r>
        </a:p>
      </dgm:t>
    </dgm:pt>
    <dgm:pt modelId="{77E85097-2BC7-4777-8CD9-9A31ADA9B49B}" type="parTrans" cxnId="{4D92252B-7579-44F0-A6A1-93DF082C8D7B}">
      <dgm:prSet/>
      <dgm:spPr/>
      <dgm:t>
        <a:bodyPr/>
        <a:lstStyle/>
        <a:p>
          <a:endParaRPr lang="en-US"/>
        </a:p>
      </dgm:t>
    </dgm:pt>
    <dgm:pt modelId="{1A919636-7300-47BC-B42E-0A493B4F8692}" type="sibTrans" cxnId="{4D92252B-7579-44F0-A6A1-93DF082C8D7B}">
      <dgm:prSet/>
      <dgm:spPr/>
      <dgm:t>
        <a:bodyPr/>
        <a:lstStyle/>
        <a:p>
          <a:endParaRPr lang="en-US"/>
        </a:p>
      </dgm:t>
    </dgm:pt>
    <dgm:pt modelId="{EE702A6F-5C1D-4D50-9E54-F06A1AD1475A}">
      <dgm:prSet/>
      <dgm:spPr/>
      <dgm:t>
        <a:bodyPr/>
        <a:lstStyle/>
        <a:p>
          <a:r>
            <a:rPr lang="en-US" dirty="0"/>
            <a:t>▸ Resilience: Polly v8 (circuit breakers, retry policies)</a:t>
          </a:r>
        </a:p>
      </dgm:t>
    </dgm:pt>
    <dgm:pt modelId="{AFC9AF88-ABE7-4D19-8C1C-E9297798F2F8}" type="parTrans" cxnId="{8E653C0E-B078-48DD-9BCD-78153C526F74}">
      <dgm:prSet/>
      <dgm:spPr/>
      <dgm:t>
        <a:bodyPr/>
        <a:lstStyle/>
        <a:p>
          <a:endParaRPr lang="en-US"/>
        </a:p>
      </dgm:t>
    </dgm:pt>
    <dgm:pt modelId="{3E7F2E93-BC60-47E9-98CF-81A64F5198EB}" type="sibTrans" cxnId="{8E653C0E-B078-48DD-9BCD-78153C526F74}">
      <dgm:prSet/>
      <dgm:spPr/>
      <dgm:t>
        <a:bodyPr/>
        <a:lstStyle/>
        <a:p>
          <a:endParaRPr lang="en-US"/>
        </a:p>
      </dgm:t>
    </dgm:pt>
    <dgm:pt modelId="{FEF5F2E7-EA67-4D31-94AF-10072B1C3A49}">
      <dgm:prSet/>
      <dgm:spPr/>
      <dgm:t>
        <a:bodyPr/>
        <a:lstStyle/>
        <a:p>
          <a:r>
            <a:rPr lang="en-US" dirty="0"/>
            <a:t>▸ Auth: RS256 JWT, Argon2id password hashing</a:t>
          </a:r>
        </a:p>
      </dgm:t>
    </dgm:pt>
    <dgm:pt modelId="{9778E62A-9749-40D4-8110-BA733A1AF52C}" type="parTrans" cxnId="{745D1D9A-E351-4CD1-A7F8-36E1A9FBFC27}">
      <dgm:prSet/>
      <dgm:spPr/>
      <dgm:t>
        <a:bodyPr/>
        <a:lstStyle/>
        <a:p>
          <a:endParaRPr lang="en-US"/>
        </a:p>
      </dgm:t>
    </dgm:pt>
    <dgm:pt modelId="{CD0C0A51-823B-4184-BFC2-7AAB5E3D18FA}" type="sibTrans" cxnId="{745D1D9A-E351-4CD1-A7F8-36E1A9FBFC27}">
      <dgm:prSet/>
      <dgm:spPr/>
      <dgm:t>
        <a:bodyPr/>
        <a:lstStyle/>
        <a:p>
          <a:endParaRPr lang="en-US"/>
        </a:p>
      </dgm:t>
    </dgm:pt>
    <dgm:pt modelId="{C182745F-F5D3-408D-A9DA-65F56DA9E51B}">
      <dgm:prSet/>
      <dgm:spPr/>
      <dgm:t>
        <a:bodyPr/>
        <a:lstStyle/>
        <a:p>
          <a:r>
            <a:rPr lang="en-US" dirty="0"/>
            <a:t>▸ Observability: </a:t>
          </a:r>
          <a:r>
            <a:rPr lang="en-US" dirty="0" err="1"/>
            <a:t>prometheus</a:t>
          </a:r>
          <a:r>
            <a:rPr lang="en-US" dirty="0"/>
            <a:t>-net, structured JSON logging</a:t>
          </a:r>
        </a:p>
      </dgm:t>
    </dgm:pt>
    <dgm:pt modelId="{7041A10A-ECD4-42FE-BDB7-0BA91BE2BCB6}" type="parTrans" cxnId="{E8AC3F87-C056-49A5-8A4E-120C1E458C33}">
      <dgm:prSet/>
      <dgm:spPr/>
      <dgm:t>
        <a:bodyPr/>
        <a:lstStyle/>
        <a:p>
          <a:endParaRPr lang="en-US"/>
        </a:p>
      </dgm:t>
    </dgm:pt>
    <dgm:pt modelId="{2BAC5192-1B7C-4CA9-ADA9-B2F0988DA6B4}" type="sibTrans" cxnId="{E8AC3F87-C056-49A5-8A4E-120C1E458C33}">
      <dgm:prSet/>
      <dgm:spPr/>
      <dgm:t>
        <a:bodyPr/>
        <a:lstStyle/>
        <a:p>
          <a:endParaRPr lang="en-US"/>
        </a:p>
      </dgm:t>
    </dgm:pt>
    <dgm:pt modelId="{ED395C71-850A-4F5F-AD2F-34429C7431A7}">
      <dgm:prSet/>
      <dgm:spPr/>
      <dgm:t>
        <a:bodyPr/>
        <a:lstStyle/>
        <a:p>
          <a:r>
            <a:rPr lang="en-US" dirty="0"/>
            <a:t>▸ Orchestration: Kubernetes (Deployments, HPA, </a:t>
          </a:r>
          <a:r>
            <a:rPr lang="en-US" dirty="0" err="1"/>
            <a:t>StatefulSets</a:t>
          </a:r>
          <a:r>
            <a:rPr lang="en-US" dirty="0"/>
            <a:t>)</a:t>
          </a:r>
        </a:p>
      </dgm:t>
    </dgm:pt>
    <dgm:pt modelId="{7E720AB2-19ED-468B-80D6-67D333DEC8B5}" type="parTrans" cxnId="{7E041139-5F8A-4066-A3CF-CAFACE9DEB26}">
      <dgm:prSet/>
      <dgm:spPr/>
      <dgm:t>
        <a:bodyPr/>
        <a:lstStyle/>
        <a:p>
          <a:endParaRPr lang="en-US"/>
        </a:p>
      </dgm:t>
    </dgm:pt>
    <dgm:pt modelId="{0F56075C-B019-4378-8712-D1E0DACF5494}" type="sibTrans" cxnId="{7E041139-5F8A-4066-A3CF-CAFACE9DEB26}">
      <dgm:prSet/>
      <dgm:spPr/>
      <dgm:t>
        <a:bodyPr/>
        <a:lstStyle/>
        <a:p>
          <a:endParaRPr lang="en-US"/>
        </a:p>
      </dgm:t>
    </dgm:pt>
    <dgm:pt modelId="{3DCD990E-A064-47CD-A652-A3E5A43B7FD0}">
      <dgm:prSet/>
      <dgm:spPr/>
      <dgm:t>
        <a:bodyPr/>
        <a:lstStyle/>
        <a:p>
          <a:r>
            <a:rPr lang="en-US" dirty="0"/>
            <a:t>▸ API Gateway: NGINX Ingress Controller</a:t>
          </a:r>
        </a:p>
      </dgm:t>
    </dgm:pt>
    <dgm:pt modelId="{0372F543-C910-4D9F-952D-14DF5084A66E}" type="parTrans" cxnId="{D4CAE31B-9C79-4281-B5DA-8D4E16D50BCF}">
      <dgm:prSet/>
      <dgm:spPr/>
      <dgm:t>
        <a:bodyPr/>
        <a:lstStyle/>
        <a:p>
          <a:endParaRPr lang="en-US"/>
        </a:p>
      </dgm:t>
    </dgm:pt>
    <dgm:pt modelId="{128A7AAA-AF38-4192-B31E-D74E332C4E77}" type="sibTrans" cxnId="{D4CAE31B-9C79-4281-B5DA-8D4E16D50BCF}">
      <dgm:prSet/>
      <dgm:spPr/>
      <dgm:t>
        <a:bodyPr/>
        <a:lstStyle/>
        <a:p>
          <a:endParaRPr lang="en-US"/>
        </a:p>
      </dgm:t>
    </dgm:pt>
    <dgm:pt modelId="{3115AB04-38F4-49B4-933E-0A99AEFF2E85}">
      <dgm:prSet/>
      <dgm:spPr/>
      <dgm:t>
        <a:bodyPr/>
        <a:lstStyle/>
        <a:p>
          <a:r>
            <a:rPr lang="en-US" dirty="0"/>
            <a:t>▸ Containers: Docker multi-stage builds (SDK → Runtime)</a:t>
          </a:r>
        </a:p>
      </dgm:t>
    </dgm:pt>
    <dgm:pt modelId="{38F0DF8C-D35D-47FF-8B0E-3D83DF4F6CA5}" type="parTrans" cxnId="{174C005B-BC3F-459C-A3A6-B048105857DF}">
      <dgm:prSet/>
      <dgm:spPr/>
      <dgm:t>
        <a:bodyPr/>
        <a:lstStyle/>
        <a:p>
          <a:endParaRPr lang="en-US"/>
        </a:p>
      </dgm:t>
    </dgm:pt>
    <dgm:pt modelId="{BB909C43-3FB7-420E-8EC7-9576ECC3A84F}" type="sibTrans" cxnId="{174C005B-BC3F-459C-A3A6-B048105857DF}">
      <dgm:prSet/>
      <dgm:spPr/>
      <dgm:t>
        <a:bodyPr/>
        <a:lstStyle/>
        <a:p>
          <a:endParaRPr lang="en-US"/>
        </a:p>
      </dgm:t>
    </dgm:pt>
    <dgm:pt modelId="{460FDC70-F552-4C04-B267-881B6A0EA2B3}" type="pres">
      <dgm:prSet presAssocID="{DE6E52BE-7856-4EF6-8240-57E4C558C988}" presName="vert0" presStyleCnt="0">
        <dgm:presLayoutVars>
          <dgm:dir/>
          <dgm:animOne val="branch"/>
          <dgm:animLvl val="lvl"/>
        </dgm:presLayoutVars>
      </dgm:prSet>
      <dgm:spPr/>
    </dgm:pt>
    <dgm:pt modelId="{DD1C1DDF-2E8E-4B6D-8E32-EA952CBAE1E4}" type="pres">
      <dgm:prSet presAssocID="{8FD0EABE-C514-4E12-A2DD-875238DE9F28}" presName="thickLine" presStyleLbl="alignNode1" presStyleIdx="0" presStyleCnt="10"/>
      <dgm:spPr/>
    </dgm:pt>
    <dgm:pt modelId="{3224CEB0-6D77-40D2-A99F-06A5E3EA26BD}" type="pres">
      <dgm:prSet presAssocID="{8FD0EABE-C514-4E12-A2DD-875238DE9F28}" presName="horz1" presStyleCnt="0"/>
      <dgm:spPr/>
    </dgm:pt>
    <dgm:pt modelId="{8076C1EF-8842-43FC-82ED-A1CD0B2CB28A}" type="pres">
      <dgm:prSet presAssocID="{8FD0EABE-C514-4E12-A2DD-875238DE9F28}" presName="tx1" presStyleLbl="revTx" presStyleIdx="0" presStyleCnt="10"/>
      <dgm:spPr/>
    </dgm:pt>
    <dgm:pt modelId="{20FF3128-4134-49A4-BB06-5DE5957E470D}" type="pres">
      <dgm:prSet presAssocID="{8FD0EABE-C514-4E12-A2DD-875238DE9F28}" presName="vert1" presStyleCnt="0"/>
      <dgm:spPr/>
    </dgm:pt>
    <dgm:pt modelId="{E6C880B9-12A0-4090-BF7B-FF1294FFF374}" type="pres">
      <dgm:prSet presAssocID="{821295AC-F97A-4A1D-83BD-99DDAAAAB2E0}" presName="thickLine" presStyleLbl="alignNode1" presStyleIdx="1" presStyleCnt="10"/>
      <dgm:spPr/>
    </dgm:pt>
    <dgm:pt modelId="{AEAAD60D-683E-48F6-A821-0C3671AB19BB}" type="pres">
      <dgm:prSet presAssocID="{821295AC-F97A-4A1D-83BD-99DDAAAAB2E0}" presName="horz1" presStyleCnt="0"/>
      <dgm:spPr/>
    </dgm:pt>
    <dgm:pt modelId="{10519F6B-2CD7-4C75-8872-90870822A4A7}" type="pres">
      <dgm:prSet presAssocID="{821295AC-F97A-4A1D-83BD-99DDAAAAB2E0}" presName="tx1" presStyleLbl="revTx" presStyleIdx="1" presStyleCnt="10"/>
      <dgm:spPr/>
    </dgm:pt>
    <dgm:pt modelId="{E7BC4F64-9299-4609-8128-0263DCB1BC2A}" type="pres">
      <dgm:prSet presAssocID="{821295AC-F97A-4A1D-83BD-99DDAAAAB2E0}" presName="vert1" presStyleCnt="0"/>
      <dgm:spPr/>
    </dgm:pt>
    <dgm:pt modelId="{F1CA7630-1684-4C55-84BA-4F2C33DC4EAA}" type="pres">
      <dgm:prSet presAssocID="{A6848EFA-E786-48B4-88FE-EA49A1678891}" presName="thickLine" presStyleLbl="alignNode1" presStyleIdx="2" presStyleCnt="10"/>
      <dgm:spPr/>
    </dgm:pt>
    <dgm:pt modelId="{32C3D522-C412-468C-BC3C-05C4ED8BA750}" type="pres">
      <dgm:prSet presAssocID="{A6848EFA-E786-48B4-88FE-EA49A1678891}" presName="horz1" presStyleCnt="0"/>
      <dgm:spPr/>
    </dgm:pt>
    <dgm:pt modelId="{30F233DD-31A7-46F7-AE93-99743047CC9F}" type="pres">
      <dgm:prSet presAssocID="{A6848EFA-E786-48B4-88FE-EA49A1678891}" presName="tx1" presStyleLbl="revTx" presStyleIdx="2" presStyleCnt="10"/>
      <dgm:spPr/>
    </dgm:pt>
    <dgm:pt modelId="{30763C83-A486-481D-98FE-D7621E52B351}" type="pres">
      <dgm:prSet presAssocID="{A6848EFA-E786-48B4-88FE-EA49A1678891}" presName="vert1" presStyleCnt="0"/>
      <dgm:spPr/>
    </dgm:pt>
    <dgm:pt modelId="{69DB7299-9396-4334-8E4F-C2572ADF9480}" type="pres">
      <dgm:prSet presAssocID="{A7770D81-CA6A-4A88-BA25-694ABC95C13A}" presName="thickLine" presStyleLbl="alignNode1" presStyleIdx="3" presStyleCnt="10"/>
      <dgm:spPr/>
    </dgm:pt>
    <dgm:pt modelId="{66A9077D-94BA-4058-BA8F-EF44F618186C}" type="pres">
      <dgm:prSet presAssocID="{A7770D81-CA6A-4A88-BA25-694ABC95C13A}" presName="horz1" presStyleCnt="0"/>
      <dgm:spPr/>
    </dgm:pt>
    <dgm:pt modelId="{A21B18BB-2FE4-490D-9242-2308A8EC740E}" type="pres">
      <dgm:prSet presAssocID="{A7770D81-CA6A-4A88-BA25-694ABC95C13A}" presName="tx1" presStyleLbl="revTx" presStyleIdx="3" presStyleCnt="10"/>
      <dgm:spPr/>
    </dgm:pt>
    <dgm:pt modelId="{3A46B616-DA5A-4CB9-B13E-9166EC0513F6}" type="pres">
      <dgm:prSet presAssocID="{A7770D81-CA6A-4A88-BA25-694ABC95C13A}" presName="vert1" presStyleCnt="0"/>
      <dgm:spPr/>
    </dgm:pt>
    <dgm:pt modelId="{E79AFFE4-4A05-4C48-BC8F-B7076AD59893}" type="pres">
      <dgm:prSet presAssocID="{EE702A6F-5C1D-4D50-9E54-F06A1AD1475A}" presName="thickLine" presStyleLbl="alignNode1" presStyleIdx="4" presStyleCnt="10"/>
      <dgm:spPr/>
    </dgm:pt>
    <dgm:pt modelId="{A59C0C70-813A-43FA-B1C3-AA470EBE8DB7}" type="pres">
      <dgm:prSet presAssocID="{EE702A6F-5C1D-4D50-9E54-F06A1AD1475A}" presName="horz1" presStyleCnt="0"/>
      <dgm:spPr/>
    </dgm:pt>
    <dgm:pt modelId="{0723AC01-30FB-407A-B477-B28C0702CECD}" type="pres">
      <dgm:prSet presAssocID="{EE702A6F-5C1D-4D50-9E54-F06A1AD1475A}" presName="tx1" presStyleLbl="revTx" presStyleIdx="4" presStyleCnt="10"/>
      <dgm:spPr/>
    </dgm:pt>
    <dgm:pt modelId="{14C2F3A3-144B-4A75-8C61-3DF47CE66782}" type="pres">
      <dgm:prSet presAssocID="{EE702A6F-5C1D-4D50-9E54-F06A1AD1475A}" presName="vert1" presStyleCnt="0"/>
      <dgm:spPr/>
    </dgm:pt>
    <dgm:pt modelId="{1C1AB887-C0B5-4F35-A185-3040F3DA20F0}" type="pres">
      <dgm:prSet presAssocID="{FEF5F2E7-EA67-4D31-94AF-10072B1C3A49}" presName="thickLine" presStyleLbl="alignNode1" presStyleIdx="5" presStyleCnt="10"/>
      <dgm:spPr/>
    </dgm:pt>
    <dgm:pt modelId="{B870DE8A-EABE-43BE-AAE4-0C2A247DE8E0}" type="pres">
      <dgm:prSet presAssocID="{FEF5F2E7-EA67-4D31-94AF-10072B1C3A49}" presName="horz1" presStyleCnt="0"/>
      <dgm:spPr/>
    </dgm:pt>
    <dgm:pt modelId="{B92B3543-EBB2-467B-BE17-F7A760A47DA0}" type="pres">
      <dgm:prSet presAssocID="{FEF5F2E7-EA67-4D31-94AF-10072B1C3A49}" presName="tx1" presStyleLbl="revTx" presStyleIdx="5" presStyleCnt="10"/>
      <dgm:spPr/>
    </dgm:pt>
    <dgm:pt modelId="{90155E27-F21E-4754-8F32-0780F6950BDB}" type="pres">
      <dgm:prSet presAssocID="{FEF5F2E7-EA67-4D31-94AF-10072B1C3A49}" presName="vert1" presStyleCnt="0"/>
      <dgm:spPr/>
    </dgm:pt>
    <dgm:pt modelId="{A3F5D70D-1FBF-4E7D-B02D-83D282CC3F11}" type="pres">
      <dgm:prSet presAssocID="{C182745F-F5D3-408D-A9DA-65F56DA9E51B}" presName="thickLine" presStyleLbl="alignNode1" presStyleIdx="6" presStyleCnt="10"/>
      <dgm:spPr/>
    </dgm:pt>
    <dgm:pt modelId="{70D77844-4E1E-45A0-B24A-9CEAB01172F4}" type="pres">
      <dgm:prSet presAssocID="{C182745F-F5D3-408D-A9DA-65F56DA9E51B}" presName="horz1" presStyleCnt="0"/>
      <dgm:spPr/>
    </dgm:pt>
    <dgm:pt modelId="{4AE61852-2AEB-4C20-B31C-E50FCEF9B88D}" type="pres">
      <dgm:prSet presAssocID="{C182745F-F5D3-408D-A9DA-65F56DA9E51B}" presName="tx1" presStyleLbl="revTx" presStyleIdx="6" presStyleCnt="10"/>
      <dgm:spPr/>
    </dgm:pt>
    <dgm:pt modelId="{C06886E5-23E0-48D1-B852-FAC124D3C6BC}" type="pres">
      <dgm:prSet presAssocID="{C182745F-F5D3-408D-A9DA-65F56DA9E51B}" presName="vert1" presStyleCnt="0"/>
      <dgm:spPr/>
    </dgm:pt>
    <dgm:pt modelId="{62879343-E3E5-4261-83FF-12ED4F46B048}" type="pres">
      <dgm:prSet presAssocID="{ED395C71-850A-4F5F-AD2F-34429C7431A7}" presName="thickLine" presStyleLbl="alignNode1" presStyleIdx="7" presStyleCnt="10"/>
      <dgm:spPr/>
    </dgm:pt>
    <dgm:pt modelId="{1EB34341-09BD-47B2-B593-0F333E457307}" type="pres">
      <dgm:prSet presAssocID="{ED395C71-850A-4F5F-AD2F-34429C7431A7}" presName="horz1" presStyleCnt="0"/>
      <dgm:spPr/>
    </dgm:pt>
    <dgm:pt modelId="{FD0A8F1E-4119-4F6E-A2E4-2AF506F2CAFA}" type="pres">
      <dgm:prSet presAssocID="{ED395C71-850A-4F5F-AD2F-34429C7431A7}" presName="tx1" presStyleLbl="revTx" presStyleIdx="7" presStyleCnt="10"/>
      <dgm:spPr/>
    </dgm:pt>
    <dgm:pt modelId="{27F6A877-F4D5-4ADD-83A5-448C268BBA3B}" type="pres">
      <dgm:prSet presAssocID="{ED395C71-850A-4F5F-AD2F-34429C7431A7}" presName="vert1" presStyleCnt="0"/>
      <dgm:spPr/>
    </dgm:pt>
    <dgm:pt modelId="{6669A42D-3008-4667-86A5-96E684E4BAD7}" type="pres">
      <dgm:prSet presAssocID="{3DCD990E-A064-47CD-A652-A3E5A43B7FD0}" presName="thickLine" presStyleLbl="alignNode1" presStyleIdx="8" presStyleCnt="10"/>
      <dgm:spPr/>
    </dgm:pt>
    <dgm:pt modelId="{A705FBD7-5548-4CE1-8364-D6273CFE6B6F}" type="pres">
      <dgm:prSet presAssocID="{3DCD990E-A064-47CD-A652-A3E5A43B7FD0}" presName="horz1" presStyleCnt="0"/>
      <dgm:spPr/>
    </dgm:pt>
    <dgm:pt modelId="{6DB27420-2652-43F6-AFD1-CA1F76C2679B}" type="pres">
      <dgm:prSet presAssocID="{3DCD990E-A064-47CD-A652-A3E5A43B7FD0}" presName="tx1" presStyleLbl="revTx" presStyleIdx="8" presStyleCnt="10"/>
      <dgm:spPr/>
    </dgm:pt>
    <dgm:pt modelId="{F46E0F27-C140-48C3-B680-489A734C14D2}" type="pres">
      <dgm:prSet presAssocID="{3DCD990E-A064-47CD-A652-A3E5A43B7FD0}" presName="vert1" presStyleCnt="0"/>
      <dgm:spPr/>
    </dgm:pt>
    <dgm:pt modelId="{D57F3042-0659-429C-8BD4-4BE5ABA4A30F}" type="pres">
      <dgm:prSet presAssocID="{3115AB04-38F4-49B4-933E-0A99AEFF2E85}" presName="thickLine" presStyleLbl="alignNode1" presStyleIdx="9" presStyleCnt="10"/>
      <dgm:spPr/>
    </dgm:pt>
    <dgm:pt modelId="{EC1289B6-2ABC-4015-A429-9C144D76EAE5}" type="pres">
      <dgm:prSet presAssocID="{3115AB04-38F4-49B4-933E-0A99AEFF2E85}" presName="horz1" presStyleCnt="0"/>
      <dgm:spPr/>
    </dgm:pt>
    <dgm:pt modelId="{34FEAD0F-ACEB-4E54-8CC5-42195089D739}" type="pres">
      <dgm:prSet presAssocID="{3115AB04-38F4-49B4-933E-0A99AEFF2E85}" presName="tx1" presStyleLbl="revTx" presStyleIdx="9" presStyleCnt="10"/>
      <dgm:spPr/>
    </dgm:pt>
    <dgm:pt modelId="{5FC72E7D-1191-4666-85A7-927EFD339776}" type="pres">
      <dgm:prSet presAssocID="{3115AB04-38F4-49B4-933E-0A99AEFF2E85}" presName="vert1" presStyleCnt="0"/>
      <dgm:spPr/>
    </dgm:pt>
  </dgm:ptLst>
  <dgm:cxnLst>
    <dgm:cxn modelId="{3D61600B-32F5-4167-A1BA-C8680DF4CFBF}" type="presOf" srcId="{ED395C71-850A-4F5F-AD2F-34429C7431A7}" destId="{FD0A8F1E-4119-4F6E-A2E4-2AF506F2CAFA}" srcOrd="0" destOrd="0" presId="urn:microsoft.com/office/officeart/2008/layout/LinedList"/>
    <dgm:cxn modelId="{8E653C0E-B078-48DD-9BCD-78153C526F74}" srcId="{DE6E52BE-7856-4EF6-8240-57E4C558C988}" destId="{EE702A6F-5C1D-4D50-9E54-F06A1AD1475A}" srcOrd="4" destOrd="0" parTransId="{AFC9AF88-ABE7-4D19-8C1C-E9297798F2F8}" sibTransId="{3E7F2E93-BC60-47E9-98CF-81A64F5198EB}"/>
    <dgm:cxn modelId="{D4CAE31B-9C79-4281-B5DA-8D4E16D50BCF}" srcId="{DE6E52BE-7856-4EF6-8240-57E4C558C988}" destId="{3DCD990E-A064-47CD-A652-A3E5A43B7FD0}" srcOrd="8" destOrd="0" parTransId="{0372F543-C910-4D9F-952D-14DF5084A66E}" sibTransId="{128A7AAA-AF38-4192-B31E-D74E332C4E77}"/>
    <dgm:cxn modelId="{22FE3827-5545-4741-8BF2-165616AEB802}" type="presOf" srcId="{3115AB04-38F4-49B4-933E-0A99AEFF2E85}" destId="{34FEAD0F-ACEB-4E54-8CC5-42195089D739}" srcOrd="0" destOrd="0" presId="urn:microsoft.com/office/officeart/2008/layout/LinedList"/>
    <dgm:cxn modelId="{6BB21B28-BD42-4DF8-B486-DCEB86824AFA}" srcId="{DE6E52BE-7856-4EF6-8240-57E4C558C988}" destId="{A6848EFA-E786-48B4-88FE-EA49A1678891}" srcOrd="2" destOrd="0" parTransId="{B1F48701-3CA9-486D-9E34-431EC6A77984}" sibTransId="{CC6E909D-24BF-47CD-906F-F7ABACF9A0CD}"/>
    <dgm:cxn modelId="{4D92252B-7579-44F0-A6A1-93DF082C8D7B}" srcId="{DE6E52BE-7856-4EF6-8240-57E4C558C988}" destId="{A7770D81-CA6A-4A88-BA25-694ABC95C13A}" srcOrd="3" destOrd="0" parTransId="{77E85097-2BC7-4777-8CD9-9A31ADA9B49B}" sibTransId="{1A919636-7300-47BC-B42E-0A493B4F8692}"/>
    <dgm:cxn modelId="{BC8ED032-378C-4FED-9E8B-1EA30D1961A4}" type="presOf" srcId="{C182745F-F5D3-408D-A9DA-65F56DA9E51B}" destId="{4AE61852-2AEB-4C20-B31C-E50FCEF9B88D}" srcOrd="0" destOrd="0" presId="urn:microsoft.com/office/officeart/2008/layout/LinedList"/>
    <dgm:cxn modelId="{5C7A0F37-28B2-4578-B967-2219D0B12870}" type="presOf" srcId="{821295AC-F97A-4A1D-83BD-99DDAAAAB2E0}" destId="{10519F6B-2CD7-4C75-8872-90870822A4A7}" srcOrd="0" destOrd="0" presId="urn:microsoft.com/office/officeart/2008/layout/LinedList"/>
    <dgm:cxn modelId="{7E041139-5F8A-4066-A3CF-CAFACE9DEB26}" srcId="{DE6E52BE-7856-4EF6-8240-57E4C558C988}" destId="{ED395C71-850A-4F5F-AD2F-34429C7431A7}" srcOrd="7" destOrd="0" parTransId="{7E720AB2-19ED-468B-80D6-67D333DEC8B5}" sibTransId="{0F56075C-B019-4378-8712-D1E0DACF5494}"/>
    <dgm:cxn modelId="{74279E3A-433B-4D05-B716-F2DB22008679}" type="presOf" srcId="{DE6E52BE-7856-4EF6-8240-57E4C558C988}" destId="{460FDC70-F552-4C04-B267-881B6A0EA2B3}" srcOrd="0" destOrd="0" presId="urn:microsoft.com/office/officeart/2008/layout/LinedList"/>
    <dgm:cxn modelId="{174C005B-BC3F-459C-A3A6-B048105857DF}" srcId="{DE6E52BE-7856-4EF6-8240-57E4C558C988}" destId="{3115AB04-38F4-49B4-933E-0A99AEFF2E85}" srcOrd="9" destOrd="0" parTransId="{38F0DF8C-D35D-47FF-8B0E-3D83DF4F6CA5}" sibTransId="{BB909C43-3FB7-420E-8EC7-9576ECC3A84F}"/>
    <dgm:cxn modelId="{BA7CBD41-5996-4A7A-9C85-38694BCE7101}" srcId="{DE6E52BE-7856-4EF6-8240-57E4C558C988}" destId="{8FD0EABE-C514-4E12-A2DD-875238DE9F28}" srcOrd="0" destOrd="0" parTransId="{981ABA9E-C522-47A2-9131-E7FF5C84F8AF}" sibTransId="{6D8C8D4A-F3F7-4D51-8388-84FF1371844F}"/>
    <dgm:cxn modelId="{79A25B6C-F99C-4136-8FF9-99888DC50A76}" type="presOf" srcId="{EE702A6F-5C1D-4D50-9E54-F06A1AD1475A}" destId="{0723AC01-30FB-407A-B477-B28C0702CECD}" srcOrd="0" destOrd="0" presId="urn:microsoft.com/office/officeart/2008/layout/LinedList"/>
    <dgm:cxn modelId="{7094A852-7446-4D36-B20E-8A38D4DB630F}" type="presOf" srcId="{FEF5F2E7-EA67-4D31-94AF-10072B1C3A49}" destId="{B92B3543-EBB2-467B-BE17-F7A760A47DA0}" srcOrd="0" destOrd="0" presId="urn:microsoft.com/office/officeart/2008/layout/LinedList"/>
    <dgm:cxn modelId="{32D41A57-D3F8-4521-8905-6F738486B56A}" type="presOf" srcId="{3DCD990E-A064-47CD-A652-A3E5A43B7FD0}" destId="{6DB27420-2652-43F6-AFD1-CA1F76C2679B}" srcOrd="0" destOrd="0" presId="urn:microsoft.com/office/officeart/2008/layout/LinedList"/>
    <dgm:cxn modelId="{DCBA4482-2F49-4F98-9406-DA2F19F3902A}" type="presOf" srcId="{A7770D81-CA6A-4A88-BA25-694ABC95C13A}" destId="{A21B18BB-2FE4-490D-9242-2308A8EC740E}" srcOrd="0" destOrd="0" presId="urn:microsoft.com/office/officeart/2008/layout/LinedList"/>
    <dgm:cxn modelId="{E8AC3F87-C056-49A5-8A4E-120C1E458C33}" srcId="{DE6E52BE-7856-4EF6-8240-57E4C558C988}" destId="{C182745F-F5D3-408D-A9DA-65F56DA9E51B}" srcOrd="6" destOrd="0" parTransId="{7041A10A-ECD4-42FE-BDB7-0BA91BE2BCB6}" sibTransId="{2BAC5192-1B7C-4CA9-ADA9-B2F0988DA6B4}"/>
    <dgm:cxn modelId="{99199493-0E19-4572-8994-F0C4B0FEAF74}" type="presOf" srcId="{8FD0EABE-C514-4E12-A2DD-875238DE9F28}" destId="{8076C1EF-8842-43FC-82ED-A1CD0B2CB28A}" srcOrd="0" destOrd="0" presId="urn:microsoft.com/office/officeart/2008/layout/LinedList"/>
    <dgm:cxn modelId="{745D1D9A-E351-4CD1-A7F8-36E1A9FBFC27}" srcId="{DE6E52BE-7856-4EF6-8240-57E4C558C988}" destId="{FEF5F2E7-EA67-4D31-94AF-10072B1C3A49}" srcOrd="5" destOrd="0" parTransId="{9778E62A-9749-40D4-8110-BA733A1AF52C}" sibTransId="{CD0C0A51-823B-4184-BFC2-7AAB5E3D18FA}"/>
    <dgm:cxn modelId="{938625CF-82FB-4236-A177-C47DEEF5B15A}" type="presOf" srcId="{A6848EFA-E786-48B4-88FE-EA49A1678891}" destId="{30F233DD-31A7-46F7-AE93-99743047CC9F}" srcOrd="0" destOrd="0" presId="urn:microsoft.com/office/officeart/2008/layout/LinedList"/>
    <dgm:cxn modelId="{36D0D7EA-E4D6-495B-8740-FEA4C9B9A50D}" srcId="{DE6E52BE-7856-4EF6-8240-57E4C558C988}" destId="{821295AC-F97A-4A1D-83BD-99DDAAAAB2E0}" srcOrd="1" destOrd="0" parTransId="{024884B3-8E27-42BE-A1E3-410613CA6776}" sibTransId="{B89C0751-7CFC-4C3D-976D-4EC1545FE817}"/>
    <dgm:cxn modelId="{4ECA86DE-EE9B-4FE2-AB77-47DA9241FA54}" type="presParOf" srcId="{460FDC70-F552-4C04-B267-881B6A0EA2B3}" destId="{DD1C1DDF-2E8E-4B6D-8E32-EA952CBAE1E4}" srcOrd="0" destOrd="0" presId="urn:microsoft.com/office/officeart/2008/layout/LinedList"/>
    <dgm:cxn modelId="{EF163C24-14C8-4C26-B8F2-BDB29CFAE760}" type="presParOf" srcId="{460FDC70-F552-4C04-B267-881B6A0EA2B3}" destId="{3224CEB0-6D77-40D2-A99F-06A5E3EA26BD}" srcOrd="1" destOrd="0" presId="urn:microsoft.com/office/officeart/2008/layout/LinedList"/>
    <dgm:cxn modelId="{6AA2D6DA-FAEF-4A0B-B638-D2F73D848B1E}" type="presParOf" srcId="{3224CEB0-6D77-40D2-A99F-06A5E3EA26BD}" destId="{8076C1EF-8842-43FC-82ED-A1CD0B2CB28A}" srcOrd="0" destOrd="0" presId="urn:microsoft.com/office/officeart/2008/layout/LinedList"/>
    <dgm:cxn modelId="{7F83DA9A-10FF-4017-A48B-2A59F1742814}" type="presParOf" srcId="{3224CEB0-6D77-40D2-A99F-06A5E3EA26BD}" destId="{20FF3128-4134-49A4-BB06-5DE5957E470D}" srcOrd="1" destOrd="0" presId="urn:microsoft.com/office/officeart/2008/layout/LinedList"/>
    <dgm:cxn modelId="{FAE2EA07-E7C3-45C1-B7F5-47AFEB250C2E}" type="presParOf" srcId="{460FDC70-F552-4C04-B267-881B6A0EA2B3}" destId="{E6C880B9-12A0-4090-BF7B-FF1294FFF374}" srcOrd="2" destOrd="0" presId="urn:microsoft.com/office/officeart/2008/layout/LinedList"/>
    <dgm:cxn modelId="{9EF403E4-951B-488F-A95E-7E3A7A59BA00}" type="presParOf" srcId="{460FDC70-F552-4C04-B267-881B6A0EA2B3}" destId="{AEAAD60D-683E-48F6-A821-0C3671AB19BB}" srcOrd="3" destOrd="0" presId="urn:microsoft.com/office/officeart/2008/layout/LinedList"/>
    <dgm:cxn modelId="{655E217D-D521-4CB4-8D4C-B9E8565C1FCB}" type="presParOf" srcId="{AEAAD60D-683E-48F6-A821-0C3671AB19BB}" destId="{10519F6B-2CD7-4C75-8872-90870822A4A7}" srcOrd="0" destOrd="0" presId="urn:microsoft.com/office/officeart/2008/layout/LinedList"/>
    <dgm:cxn modelId="{8C9E4419-DB1D-4273-A858-CC5A2F766390}" type="presParOf" srcId="{AEAAD60D-683E-48F6-A821-0C3671AB19BB}" destId="{E7BC4F64-9299-4609-8128-0263DCB1BC2A}" srcOrd="1" destOrd="0" presId="urn:microsoft.com/office/officeart/2008/layout/LinedList"/>
    <dgm:cxn modelId="{22446DFA-9B3C-4FD9-B2B9-90B6532CB16B}" type="presParOf" srcId="{460FDC70-F552-4C04-B267-881B6A0EA2B3}" destId="{F1CA7630-1684-4C55-84BA-4F2C33DC4EAA}" srcOrd="4" destOrd="0" presId="urn:microsoft.com/office/officeart/2008/layout/LinedList"/>
    <dgm:cxn modelId="{1312E34B-3BEF-44D2-9604-531E771B4175}" type="presParOf" srcId="{460FDC70-F552-4C04-B267-881B6A0EA2B3}" destId="{32C3D522-C412-468C-BC3C-05C4ED8BA750}" srcOrd="5" destOrd="0" presId="urn:microsoft.com/office/officeart/2008/layout/LinedList"/>
    <dgm:cxn modelId="{BFADCDFC-4533-4FC5-A756-59FA51E569C3}" type="presParOf" srcId="{32C3D522-C412-468C-BC3C-05C4ED8BA750}" destId="{30F233DD-31A7-46F7-AE93-99743047CC9F}" srcOrd="0" destOrd="0" presId="urn:microsoft.com/office/officeart/2008/layout/LinedList"/>
    <dgm:cxn modelId="{8D67F999-B6A8-4A28-B976-F509FBFECB3B}" type="presParOf" srcId="{32C3D522-C412-468C-BC3C-05C4ED8BA750}" destId="{30763C83-A486-481D-98FE-D7621E52B351}" srcOrd="1" destOrd="0" presId="urn:microsoft.com/office/officeart/2008/layout/LinedList"/>
    <dgm:cxn modelId="{4C512A4D-D21D-471C-BE0A-94D131216FE9}" type="presParOf" srcId="{460FDC70-F552-4C04-B267-881B6A0EA2B3}" destId="{69DB7299-9396-4334-8E4F-C2572ADF9480}" srcOrd="6" destOrd="0" presId="urn:microsoft.com/office/officeart/2008/layout/LinedList"/>
    <dgm:cxn modelId="{A253D1EF-4A4F-408A-B606-1487A3CDFE78}" type="presParOf" srcId="{460FDC70-F552-4C04-B267-881B6A0EA2B3}" destId="{66A9077D-94BA-4058-BA8F-EF44F618186C}" srcOrd="7" destOrd="0" presId="urn:microsoft.com/office/officeart/2008/layout/LinedList"/>
    <dgm:cxn modelId="{D24673CC-2FBF-4598-ABFE-CA3B334C7AD0}" type="presParOf" srcId="{66A9077D-94BA-4058-BA8F-EF44F618186C}" destId="{A21B18BB-2FE4-490D-9242-2308A8EC740E}" srcOrd="0" destOrd="0" presId="urn:microsoft.com/office/officeart/2008/layout/LinedList"/>
    <dgm:cxn modelId="{69636469-ABB9-4737-BEA5-2E2C6489E0D0}" type="presParOf" srcId="{66A9077D-94BA-4058-BA8F-EF44F618186C}" destId="{3A46B616-DA5A-4CB9-B13E-9166EC0513F6}" srcOrd="1" destOrd="0" presId="urn:microsoft.com/office/officeart/2008/layout/LinedList"/>
    <dgm:cxn modelId="{7232DE77-17B8-465E-B501-E679A6257DB2}" type="presParOf" srcId="{460FDC70-F552-4C04-B267-881B6A0EA2B3}" destId="{E79AFFE4-4A05-4C48-BC8F-B7076AD59893}" srcOrd="8" destOrd="0" presId="urn:microsoft.com/office/officeart/2008/layout/LinedList"/>
    <dgm:cxn modelId="{36CBE96C-3923-4D9B-823E-6A7EFE778505}" type="presParOf" srcId="{460FDC70-F552-4C04-B267-881B6A0EA2B3}" destId="{A59C0C70-813A-43FA-B1C3-AA470EBE8DB7}" srcOrd="9" destOrd="0" presId="urn:microsoft.com/office/officeart/2008/layout/LinedList"/>
    <dgm:cxn modelId="{CB8A0994-CD1A-4EA8-ABD1-96A9FF109F98}" type="presParOf" srcId="{A59C0C70-813A-43FA-B1C3-AA470EBE8DB7}" destId="{0723AC01-30FB-407A-B477-B28C0702CECD}" srcOrd="0" destOrd="0" presId="urn:microsoft.com/office/officeart/2008/layout/LinedList"/>
    <dgm:cxn modelId="{51D51941-3D45-4616-8FE7-287560BBF620}" type="presParOf" srcId="{A59C0C70-813A-43FA-B1C3-AA470EBE8DB7}" destId="{14C2F3A3-144B-4A75-8C61-3DF47CE66782}" srcOrd="1" destOrd="0" presId="urn:microsoft.com/office/officeart/2008/layout/LinedList"/>
    <dgm:cxn modelId="{45A5646F-996E-435A-A35E-085BDB9AE51D}" type="presParOf" srcId="{460FDC70-F552-4C04-B267-881B6A0EA2B3}" destId="{1C1AB887-C0B5-4F35-A185-3040F3DA20F0}" srcOrd="10" destOrd="0" presId="urn:microsoft.com/office/officeart/2008/layout/LinedList"/>
    <dgm:cxn modelId="{DE2734D1-40E8-455A-993B-E4C46117AB31}" type="presParOf" srcId="{460FDC70-F552-4C04-B267-881B6A0EA2B3}" destId="{B870DE8A-EABE-43BE-AAE4-0C2A247DE8E0}" srcOrd="11" destOrd="0" presId="urn:microsoft.com/office/officeart/2008/layout/LinedList"/>
    <dgm:cxn modelId="{0D964FDC-0473-4E96-BD11-C45F07B01C41}" type="presParOf" srcId="{B870DE8A-EABE-43BE-AAE4-0C2A247DE8E0}" destId="{B92B3543-EBB2-467B-BE17-F7A760A47DA0}" srcOrd="0" destOrd="0" presId="urn:microsoft.com/office/officeart/2008/layout/LinedList"/>
    <dgm:cxn modelId="{561B5308-955E-4ECC-9F10-C9B889D3E53D}" type="presParOf" srcId="{B870DE8A-EABE-43BE-AAE4-0C2A247DE8E0}" destId="{90155E27-F21E-4754-8F32-0780F6950BDB}" srcOrd="1" destOrd="0" presId="urn:microsoft.com/office/officeart/2008/layout/LinedList"/>
    <dgm:cxn modelId="{65775793-3DB6-4F2E-BB68-D098F943EDEB}" type="presParOf" srcId="{460FDC70-F552-4C04-B267-881B6A0EA2B3}" destId="{A3F5D70D-1FBF-4E7D-B02D-83D282CC3F11}" srcOrd="12" destOrd="0" presId="urn:microsoft.com/office/officeart/2008/layout/LinedList"/>
    <dgm:cxn modelId="{F9F3CDB4-DF1F-470A-A402-74885B63B81D}" type="presParOf" srcId="{460FDC70-F552-4C04-B267-881B6A0EA2B3}" destId="{70D77844-4E1E-45A0-B24A-9CEAB01172F4}" srcOrd="13" destOrd="0" presId="urn:microsoft.com/office/officeart/2008/layout/LinedList"/>
    <dgm:cxn modelId="{1088A151-F5AB-46A6-840F-766025883052}" type="presParOf" srcId="{70D77844-4E1E-45A0-B24A-9CEAB01172F4}" destId="{4AE61852-2AEB-4C20-B31C-E50FCEF9B88D}" srcOrd="0" destOrd="0" presId="urn:microsoft.com/office/officeart/2008/layout/LinedList"/>
    <dgm:cxn modelId="{6ED1A2D9-4311-4747-9B6F-2C82048E9E53}" type="presParOf" srcId="{70D77844-4E1E-45A0-B24A-9CEAB01172F4}" destId="{C06886E5-23E0-48D1-B852-FAC124D3C6BC}" srcOrd="1" destOrd="0" presId="urn:microsoft.com/office/officeart/2008/layout/LinedList"/>
    <dgm:cxn modelId="{A690E6C1-0740-4383-8BAD-F40005F8382F}" type="presParOf" srcId="{460FDC70-F552-4C04-B267-881B6A0EA2B3}" destId="{62879343-E3E5-4261-83FF-12ED4F46B048}" srcOrd="14" destOrd="0" presId="urn:microsoft.com/office/officeart/2008/layout/LinedList"/>
    <dgm:cxn modelId="{1980EAC6-2592-494B-9A9F-F0ADADDBEFB8}" type="presParOf" srcId="{460FDC70-F552-4C04-B267-881B6A0EA2B3}" destId="{1EB34341-09BD-47B2-B593-0F333E457307}" srcOrd="15" destOrd="0" presId="urn:microsoft.com/office/officeart/2008/layout/LinedList"/>
    <dgm:cxn modelId="{CDEFA4B2-5DB0-4591-9526-33B4488D0BED}" type="presParOf" srcId="{1EB34341-09BD-47B2-B593-0F333E457307}" destId="{FD0A8F1E-4119-4F6E-A2E4-2AF506F2CAFA}" srcOrd="0" destOrd="0" presId="urn:microsoft.com/office/officeart/2008/layout/LinedList"/>
    <dgm:cxn modelId="{4BB607FD-9CDE-4193-A2CA-526EC40BEF31}" type="presParOf" srcId="{1EB34341-09BD-47B2-B593-0F333E457307}" destId="{27F6A877-F4D5-4ADD-83A5-448C268BBA3B}" srcOrd="1" destOrd="0" presId="urn:microsoft.com/office/officeart/2008/layout/LinedList"/>
    <dgm:cxn modelId="{5937CB23-94FF-4423-A38A-7E9E80F1E353}" type="presParOf" srcId="{460FDC70-F552-4C04-B267-881B6A0EA2B3}" destId="{6669A42D-3008-4667-86A5-96E684E4BAD7}" srcOrd="16" destOrd="0" presId="urn:microsoft.com/office/officeart/2008/layout/LinedList"/>
    <dgm:cxn modelId="{ACA49812-8D0B-40AE-91BC-AA69454F1E6F}" type="presParOf" srcId="{460FDC70-F552-4C04-B267-881B6A0EA2B3}" destId="{A705FBD7-5548-4CE1-8364-D6273CFE6B6F}" srcOrd="17" destOrd="0" presId="urn:microsoft.com/office/officeart/2008/layout/LinedList"/>
    <dgm:cxn modelId="{4C00593F-DAF3-4D4B-B4F7-073A23525FC9}" type="presParOf" srcId="{A705FBD7-5548-4CE1-8364-D6273CFE6B6F}" destId="{6DB27420-2652-43F6-AFD1-CA1F76C2679B}" srcOrd="0" destOrd="0" presId="urn:microsoft.com/office/officeart/2008/layout/LinedList"/>
    <dgm:cxn modelId="{E635C802-0BED-46DC-A29F-2DAD5CAFD9DD}" type="presParOf" srcId="{A705FBD7-5548-4CE1-8364-D6273CFE6B6F}" destId="{F46E0F27-C140-48C3-B680-489A734C14D2}" srcOrd="1" destOrd="0" presId="urn:microsoft.com/office/officeart/2008/layout/LinedList"/>
    <dgm:cxn modelId="{8590E132-6CCE-4854-8B36-566E389D118A}" type="presParOf" srcId="{460FDC70-F552-4C04-B267-881B6A0EA2B3}" destId="{D57F3042-0659-429C-8BD4-4BE5ABA4A30F}" srcOrd="18" destOrd="0" presId="urn:microsoft.com/office/officeart/2008/layout/LinedList"/>
    <dgm:cxn modelId="{CFE96296-8E9E-4C99-93A1-902C5E2DD222}" type="presParOf" srcId="{460FDC70-F552-4C04-B267-881B6A0EA2B3}" destId="{EC1289B6-2ABC-4015-A429-9C144D76EAE5}" srcOrd="19" destOrd="0" presId="urn:microsoft.com/office/officeart/2008/layout/LinedList"/>
    <dgm:cxn modelId="{D74542A5-6558-4A75-8B51-148CC4AE5FF7}" type="presParOf" srcId="{EC1289B6-2ABC-4015-A429-9C144D76EAE5}" destId="{34FEAD0F-ACEB-4E54-8CC5-42195089D739}" srcOrd="0" destOrd="0" presId="urn:microsoft.com/office/officeart/2008/layout/LinedList"/>
    <dgm:cxn modelId="{5362B4D9-EA17-4699-9DCB-4B036899EB39}" type="presParOf" srcId="{EC1289B6-2ABC-4015-A429-9C144D76EAE5}" destId="{5FC72E7D-1191-4666-85A7-927EFD339776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1732ABB-9440-41B6-A1CE-70A6EF9B9FAA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209916B-F2B7-4648-B5DF-23F64191DE27}">
      <dgm:prSet custT="1"/>
      <dgm:spPr/>
      <dgm:t>
        <a:bodyPr/>
        <a:lstStyle/>
        <a:p>
          <a:r>
            <a:rPr lang="en-US" sz="1800" dirty="0"/>
            <a:t>▸ Auth Service: 2–10 replicas, scales at CPU &gt; 70%</a:t>
          </a:r>
        </a:p>
      </dgm:t>
    </dgm:pt>
    <dgm:pt modelId="{BC94FC8E-3DFC-41A6-8DEC-E680692FD7D6}" type="parTrans" cxnId="{5FDE5F72-651F-4D7B-9B1E-F9076ED6D377}">
      <dgm:prSet/>
      <dgm:spPr/>
      <dgm:t>
        <a:bodyPr/>
        <a:lstStyle/>
        <a:p>
          <a:endParaRPr lang="en-US" sz="1800"/>
        </a:p>
      </dgm:t>
    </dgm:pt>
    <dgm:pt modelId="{64BACCF4-86FF-412C-AB37-060C19DFE483}" type="sibTrans" cxnId="{5FDE5F72-651F-4D7B-9B1E-F9076ED6D377}">
      <dgm:prSet/>
      <dgm:spPr/>
      <dgm:t>
        <a:bodyPr/>
        <a:lstStyle/>
        <a:p>
          <a:endParaRPr lang="en-US" sz="1800"/>
        </a:p>
      </dgm:t>
    </dgm:pt>
    <dgm:pt modelId="{1A5D495D-FFA6-4CDF-A390-13987D96EFE7}">
      <dgm:prSet custT="1"/>
      <dgm:spPr/>
      <dgm:t>
        <a:bodyPr/>
        <a:lstStyle/>
        <a:p>
          <a:r>
            <a:rPr lang="en-US" sz="1800" dirty="0"/>
            <a:t>▸ Cart Service: 2–10 replicas, scales at CPU &gt; 70% or P99 &gt; 200ms</a:t>
          </a:r>
        </a:p>
      </dgm:t>
    </dgm:pt>
    <dgm:pt modelId="{30E72671-2482-48F6-974E-1DC2AADB2D76}" type="parTrans" cxnId="{33F68BF3-6ECC-40EB-A5C9-6EEACA79951C}">
      <dgm:prSet/>
      <dgm:spPr/>
      <dgm:t>
        <a:bodyPr/>
        <a:lstStyle/>
        <a:p>
          <a:endParaRPr lang="en-US" sz="1800"/>
        </a:p>
      </dgm:t>
    </dgm:pt>
    <dgm:pt modelId="{57E754E0-8C2A-4F25-BFF3-BE07568BBE1F}" type="sibTrans" cxnId="{33F68BF3-6ECC-40EB-A5C9-6EEACA79951C}">
      <dgm:prSet/>
      <dgm:spPr/>
      <dgm:t>
        <a:bodyPr/>
        <a:lstStyle/>
        <a:p>
          <a:endParaRPr lang="en-US" sz="1800"/>
        </a:p>
      </dgm:t>
    </dgm:pt>
    <dgm:pt modelId="{616DFA07-87DD-4D68-A63E-DE71198BFA1E}">
      <dgm:prSet custT="1"/>
      <dgm:spPr/>
      <dgm:t>
        <a:bodyPr/>
        <a:lstStyle/>
        <a:p>
          <a:r>
            <a:rPr lang="en-US" sz="1800" dirty="0"/>
            <a:t>▸ Scale-down stabilization window: 5 minutes (prevents flapping)</a:t>
          </a:r>
        </a:p>
      </dgm:t>
    </dgm:pt>
    <dgm:pt modelId="{B18CA60A-E1A4-4C34-B643-F407C9168CD4}" type="parTrans" cxnId="{407584F3-0C51-4009-A1EB-80CC6B3CE3DB}">
      <dgm:prSet/>
      <dgm:spPr/>
      <dgm:t>
        <a:bodyPr/>
        <a:lstStyle/>
        <a:p>
          <a:endParaRPr lang="en-US" sz="1800"/>
        </a:p>
      </dgm:t>
    </dgm:pt>
    <dgm:pt modelId="{B43A5E0C-2D81-4F4C-A3F3-C6F7E0B6367D}" type="sibTrans" cxnId="{407584F3-0C51-4009-A1EB-80CC6B3CE3DB}">
      <dgm:prSet/>
      <dgm:spPr/>
      <dgm:t>
        <a:bodyPr/>
        <a:lstStyle/>
        <a:p>
          <a:endParaRPr lang="en-US" sz="1800"/>
        </a:p>
      </dgm:t>
    </dgm:pt>
    <dgm:pt modelId="{64924C77-1EAC-4BA6-AE51-20DF0C8FCC5A}">
      <dgm:prSet custT="1"/>
      <dgm:spPr/>
      <dgm:t>
        <a:bodyPr/>
        <a:lstStyle/>
        <a:p>
          <a:r>
            <a:rPr lang="en-US" sz="1800" dirty="0"/>
            <a:t>▸ Rolling updates: </a:t>
          </a:r>
          <a:r>
            <a:rPr lang="en-US" sz="1800" dirty="0" err="1"/>
            <a:t>maxUnavailable</a:t>
          </a:r>
          <a:r>
            <a:rPr lang="en-US" sz="1800" dirty="0"/>
            <a:t>=1, </a:t>
          </a:r>
          <a:r>
            <a:rPr lang="en-US" sz="1800" dirty="0" err="1"/>
            <a:t>maxSurge</a:t>
          </a:r>
          <a:r>
            <a:rPr lang="en-US" sz="1800" dirty="0"/>
            <a:t>=1</a:t>
          </a:r>
        </a:p>
      </dgm:t>
    </dgm:pt>
    <dgm:pt modelId="{863A3FC9-C914-457B-92A3-2A560052EB60}" type="parTrans" cxnId="{886F66BD-AD31-44E1-BFC4-F0A1AE836EE8}">
      <dgm:prSet/>
      <dgm:spPr/>
      <dgm:t>
        <a:bodyPr/>
        <a:lstStyle/>
        <a:p>
          <a:endParaRPr lang="en-US" sz="1800"/>
        </a:p>
      </dgm:t>
    </dgm:pt>
    <dgm:pt modelId="{DE90C516-A5E6-4120-9DC0-9BD98CD7C27F}" type="sibTrans" cxnId="{886F66BD-AD31-44E1-BFC4-F0A1AE836EE8}">
      <dgm:prSet/>
      <dgm:spPr/>
      <dgm:t>
        <a:bodyPr/>
        <a:lstStyle/>
        <a:p>
          <a:endParaRPr lang="en-US" sz="1800"/>
        </a:p>
      </dgm:t>
    </dgm:pt>
    <dgm:pt modelId="{9FE6274A-5A87-4931-BCD1-5C8D663DF1D0}">
      <dgm:prSet custT="1"/>
      <dgm:spPr/>
      <dgm:t>
        <a:bodyPr/>
        <a:lstStyle/>
        <a:p>
          <a:r>
            <a:rPr lang="en-US" sz="1800" dirty="0"/>
            <a:t>▸ </a:t>
          </a:r>
          <a:r>
            <a:rPr lang="en-US" sz="1800" dirty="0" err="1"/>
            <a:t>PodDisruptionBudgets</a:t>
          </a:r>
          <a:r>
            <a:rPr lang="en-US" sz="1800" dirty="0"/>
            <a:t>: </a:t>
          </a:r>
          <a:r>
            <a:rPr lang="en-US" sz="1800" dirty="0" err="1"/>
            <a:t>minAvailable</a:t>
          </a:r>
          <a:r>
            <a:rPr lang="en-US" sz="1800" dirty="0"/>
            <a:t>=1 per service</a:t>
          </a:r>
        </a:p>
      </dgm:t>
    </dgm:pt>
    <dgm:pt modelId="{992B21FE-8ACE-485F-8DE0-719B0A88D675}" type="parTrans" cxnId="{C9FD195C-66FB-4583-9198-6113DECABF4B}">
      <dgm:prSet/>
      <dgm:spPr/>
      <dgm:t>
        <a:bodyPr/>
        <a:lstStyle/>
        <a:p>
          <a:endParaRPr lang="en-US" sz="1800"/>
        </a:p>
      </dgm:t>
    </dgm:pt>
    <dgm:pt modelId="{36D04B7D-1A49-4EC8-B3C5-738C9AB5B6D8}" type="sibTrans" cxnId="{C9FD195C-66FB-4583-9198-6113DECABF4B}">
      <dgm:prSet/>
      <dgm:spPr/>
      <dgm:t>
        <a:bodyPr/>
        <a:lstStyle/>
        <a:p>
          <a:endParaRPr lang="en-US" sz="1800"/>
        </a:p>
      </dgm:t>
    </dgm:pt>
    <dgm:pt modelId="{7AD8F829-554F-4C7A-9D50-ED2CF279C606}" type="pres">
      <dgm:prSet presAssocID="{E1732ABB-9440-41B6-A1CE-70A6EF9B9FAA}" presName="vert0" presStyleCnt="0">
        <dgm:presLayoutVars>
          <dgm:dir/>
          <dgm:animOne val="branch"/>
          <dgm:animLvl val="lvl"/>
        </dgm:presLayoutVars>
      </dgm:prSet>
      <dgm:spPr/>
    </dgm:pt>
    <dgm:pt modelId="{FF6079B7-1293-4F3A-9781-0656F8324644}" type="pres">
      <dgm:prSet presAssocID="{5209916B-F2B7-4648-B5DF-23F64191DE27}" presName="thickLine" presStyleLbl="alignNode1" presStyleIdx="0" presStyleCnt="5" custLinFactNeighborX="-11446" custLinFactNeighborY="983"/>
      <dgm:spPr/>
    </dgm:pt>
    <dgm:pt modelId="{58C0A114-DCF5-4D46-8331-0228C8A0FF88}" type="pres">
      <dgm:prSet presAssocID="{5209916B-F2B7-4648-B5DF-23F64191DE27}" presName="horz1" presStyleCnt="0"/>
      <dgm:spPr/>
    </dgm:pt>
    <dgm:pt modelId="{C0DE7441-A969-48F0-ADC3-97D80E774B91}" type="pres">
      <dgm:prSet presAssocID="{5209916B-F2B7-4648-B5DF-23F64191DE27}" presName="tx1" presStyleLbl="revTx" presStyleIdx="0" presStyleCnt="5"/>
      <dgm:spPr/>
    </dgm:pt>
    <dgm:pt modelId="{80DADAD7-0815-4AA6-AE4F-4C8F7908C970}" type="pres">
      <dgm:prSet presAssocID="{5209916B-F2B7-4648-B5DF-23F64191DE27}" presName="vert1" presStyleCnt="0"/>
      <dgm:spPr/>
    </dgm:pt>
    <dgm:pt modelId="{7F4AFCF4-16A0-47F6-B4F7-8698E39855BE}" type="pres">
      <dgm:prSet presAssocID="{1A5D495D-FFA6-4CDF-A390-13987D96EFE7}" presName="thickLine" presStyleLbl="alignNode1" presStyleIdx="1" presStyleCnt="5"/>
      <dgm:spPr/>
    </dgm:pt>
    <dgm:pt modelId="{FEB8625A-8E86-48BA-A4FF-5AE20C850CDA}" type="pres">
      <dgm:prSet presAssocID="{1A5D495D-FFA6-4CDF-A390-13987D96EFE7}" presName="horz1" presStyleCnt="0"/>
      <dgm:spPr/>
    </dgm:pt>
    <dgm:pt modelId="{F516DB49-60E1-4759-BA41-35113C4FB80E}" type="pres">
      <dgm:prSet presAssocID="{1A5D495D-FFA6-4CDF-A390-13987D96EFE7}" presName="tx1" presStyleLbl="revTx" presStyleIdx="1" presStyleCnt="5"/>
      <dgm:spPr/>
    </dgm:pt>
    <dgm:pt modelId="{BF842C40-3B1F-476A-A217-10F627BA3EE7}" type="pres">
      <dgm:prSet presAssocID="{1A5D495D-FFA6-4CDF-A390-13987D96EFE7}" presName="vert1" presStyleCnt="0"/>
      <dgm:spPr/>
    </dgm:pt>
    <dgm:pt modelId="{EF19CC07-F1C4-46AF-82FC-05FCF16C1267}" type="pres">
      <dgm:prSet presAssocID="{616DFA07-87DD-4D68-A63E-DE71198BFA1E}" presName="thickLine" presStyleLbl="alignNode1" presStyleIdx="2" presStyleCnt="5"/>
      <dgm:spPr/>
    </dgm:pt>
    <dgm:pt modelId="{17E3420B-9A97-4000-9B03-256BE34211B8}" type="pres">
      <dgm:prSet presAssocID="{616DFA07-87DD-4D68-A63E-DE71198BFA1E}" presName="horz1" presStyleCnt="0"/>
      <dgm:spPr/>
    </dgm:pt>
    <dgm:pt modelId="{DD3656D5-EC8D-4EA0-9C2F-8296986EBE34}" type="pres">
      <dgm:prSet presAssocID="{616DFA07-87DD-4D68-A63E-DE71198BFA1E}" presName="tx1" presStyleLbl="revTx" presStyleIdx="2" presStyleCnt="5"/>
      <dgm:spPr/>
    </dgm:pt>
    <dgm:pt modelId="{34FE92B1-C1D3-4520-9BFF-396A90945C44}" type="pres">
      <dgm:prSet presAssocID="{616DFA07-87DD-4D68-A63E-DE71198BFA1E}" presName="vert1" presStyleCnt="0"/>
      <dgm:spPr/>
    </dgm:pt>
    <dgm:pt modelId="{6D6AFDFC-7717-4ECF-B64A-F8C68C33B66B}" type="pres">
      <dgm:prSet presAssocID="{64924C77-1EAC-4BA6-AE51-20DF0C8FCC5A}" presName="thickLine" presStyleLbl="alignNode1" presStyleIdx="3" presStyleCnt="5"/>
      <dgm:spPr/>
    </dgm:pt>
    <dgm:pt modelId="{A546C83B-849C-4048-BCAA-6FBBC8CFC614}" type="pres">
      <dgm:prSet presAssocID="{64924C77-1EAC-4BA6-AE51-20DF0C8FCC5A}" presName="horz1" presStyleCnt="0"/>
      <dgm:spPr/>
    </dgm:pt>
    <dgm:pt modelId="{592F2B20-8FF0-4016-B271-9A5B4F6F5332}" type="pres">
      <dgm:prSet presAssocID="{64924C77-1EAC-4BA6-AE51-20DF0C8FCC5A}" presName="tx1" presStyleLbl="revTx" presStyleIdx="3" presStyleCnt="5"/>
      <dgm:spPr/>
    </dgm:pt>
    <dgm:pt modelId="{BB9E34AB-24C2-4A6A-8853-F144F3334C34}" type="pres">
      <dgm:prSet presAssocID="{64924C77-1EAC-4BA6-AE51-20DF0C8FCC5A}" presName="vert1" presStyleCnt="0"/>
      <dgm:spPr/>
    </dgm:pt>
    <dgm:pt modelId="{70F934F4-B8E2-4AFA-9E28-1CBF2D0EF4CD}" type="pres">
      <dgm:prSet presAssocID="{9FE6274A-5A87-4931-BCD1-5C8D663DF1D0}" presName="thickLine" presStyleLbl="alignNode1" presStyleIdx="4" presStyleCnt="5"/>
      <dgm:spPr/>
    </dgm:pt>
    <dgm:pt modelId="{DA863F5A-5E8B-490A-A885-DF9CAACDEFAC}" type="pres">
      <dgm:prSet presAssocID="{9FE6274A-5A87-4931-BCD1-5C8D663DF1D0}" presName="horz1" presStyleCnt="0"/>
      <dgm:spPr/>
    </dgm:pt>
    <dgm:pt modelId="{B1F13F94-86D7-436D-A165-0B849943760E}" type="pres">
      <dgm:prSet presAssocID="{9FE6274A-5A87-4931-BCD1-5C8D663DF1D0}" presName="tx1" presStyleLbl="revTx" presStyleIdx="4" presStyleCnt="5"/>
      <dgm:spPr/>
    </dgm:pt>
    <dgm:pt modelId="{A8059BA1-6935-4D62-8AAB-4C39435BF28D}" type="pres">
      <dgm:prSet presAssocID="{9FE6274A-5A87-4931-BCD1-5C8D663DF1D0}" presName="vert1" presStyleCnt="0"/>
      <dgm:spPr/>
    </dgm:pt>
  </dgm:ptLst>
  <dgm:cxnLst>
    <dgm:cxn modelId="{C9FD195C-66FB-4583-9198-6113DECABF4B}" srcId="{E1732ABB-9440-41B6-A1CE-70A6EF9B9FAA}" destId="{9FE6274A-5A87-4931-BCD1-5C8D663DF1D0}" srcOrd="4" destOrd="0" parTransId="{992B21FE-8ACE-485F-8DE0-719B0A88D675}" sibTransId="{36D04B7D-1A49-4EC8-B3C5-738C9AB5B6D8}"/>
    <dgm:cxn modelId="{2BB8DA64-C75D-4DE1-AB05-DE9C2EE26755}" type="presOf" srcId="{1A5D495D-FFA6-4CDF-A390-13987D96EFE7}" destId="{F516DB49-60E1-4759-BA41-35113C4FB80E}" srcOrd="0" destOrd="0" presId="urn:microsoft.com/office/officeart/2008/layout/LinedList"/>
    <dgm:cxn modelId="{5FDE5F72-651F-4D7B-9B1E-F9076ED6D377}" srcId="{E1732ABB-9440-41B6-A1CE-70A6EF9B9FAA}" destId="{5209916B-F2B7-4648-B5DF-23F64191DE27}" srcOrd="0" destOrd="0" parTransId="{BC94FC8E-3DFC-41A6-8DEC-E680692FD7D6}" sibTransId="{64BACCF4-86FF-412C-AB37-060C19DFE483}"/>
    <dgm:cxn modelId="{67BCBA80-23EE-4F0A-844E-677C028AB5A8}" type="presOf" srcId="{616DFA07-87DD-4D68-A63E-DE71198BFA1E}" destId="{DD3656D5-EC8D-4EA0-9C2F-8296986EBE34}" srcOrd="0" destOrd="0" presId="urn:microsoft.com/office/officeart/2008/layout/LinedList"/>
    <dgm:cxn modelId="{0CC39C92-B89C-45BE-8634-CE353EBAEFCC}" type="presOf" srcId="{E1732ABB-9440-41B6-A1CE-70A6EF9B9FAA}" destId="{7AD8F829-554F-4C7A-9D50-ED2CF279C606}" srcOrd="0" destOrd="0" presId="urn:microsoft.com/office/officeart/2008/layout/LinedList"/>
    <dgm:cxn modelId="{CDCEADAC-66BF-4ECD-B03D-69D5CA285363}" type="presOf" srcId="{64924C77-1EAC-4BA6-AE51-20DF0C8FCC5A}" destId="{592F2B20-8FF0-4016-B271-9A5B4F6F5332}" srcOrd="0" destOrd="0" presId="urn:microsoft.com/office/officeart/2008/layout/LinedList"/>
    <dgm:cxn modelId="{02F76DB4-524A-4C28-9D6A-021F1E3E1DFB}" type="presOf" srcId="{5209916B-F2B7-4648-B5DF-23F64191DE27}" destId="{C0DE7441-A969-48F0-ADC3-97D80E774B91}" srcOrd="0" destOrd="0" presId="urn:microsoft.com/office/officeart/2008/layout/LinedList"/>
    <dgm:cxn modelId="{886F66BD-AD31-44E1-BFC4-F0A1AE836EE8}" srcId="{E1732ABB-9440-41B6-A1CE-70A6EF9B9FAA}" destId="{64924C77-1EAC-4BA6-AE51-20DF0C8FCC5A}" srcOrd="3" destOrd="0" parTransId="{863A3FC9-C914-457B-92A3-2A560052EB60}" sibTransId="{DE90C516-A5E6-4120-9DC0-9BD98CD7C27F}"/>
    <dgm:cxn modelId="{A19310D6-9C4D-400D-BF86-23D4C03BBBF2}" type="presOf" srcId="{9FE6274A-5A87-4931-BCD1-5C8D663DF1D0}" destId="{B1F13F94-86D7-436D-A165-0B849943760E}" srcOrd="0" destOrd="0" presId="urn:microsoft.com/office/officeart/2008/layout/LinedList"/>
    <dgm:cxn modelId="{407584F3-0C51-4009-A1EB-80CC6B3CE3DB}" srcId="{E1732ABB-9440-41B6-A1CE-70A6EF9B9FAA}" destId="{616DFA07-87DD-4D68-A63E-DE71198BFA1E}" srcOrd="2" destOrd="0" parTransId="{B18CA60A-E1A4-4C34-B643-F407C9168CD4}" sibTransId="{B43A5E0C-2D81-4F4C-A3F3-C6F7E0B6367D}"/>
    <dgm:cxn modelId="{33F68BF3-6ECC-40EB-A5C9-6EEACA79951C}" srcId="{E1732ABB-9440-41B6-A1CE-70A6EF9B9FAA}" destId="{1A5D495D-FFA6-4CDF-A390-13987D96EFE7}" srcOrd="1" destOrd="0" parTransId="{30E72671-2482-48F6-974E-1DC2AADB2D76}" sibTransId="{57E754E0-8C2A-4F25-BFF3-BE07568BBE1F}"/>
    <dgm:cxn modelId="{960CBD9D-B39F-4F1D-B468-6CD8F839DF76}" type="presParOf" srcId="{7AD8F829-554F-4C7A-9D50-ED2CF279C606}" destId="{FF6079B7-1293-4F3A-9781-0656F8324644}" srcOrd="0" destOrd="0" presId="urn:microsoft.com/office/officeart/2008/layout/LinedList"/>
    <dgm:cxn modelId="{161B2022-F7E2-4431-A433-9D0F86AFDB61}" type="presParOf" srcId="{7AD8F829-554F-4C7A-9D50-ED2CF279C606}" destId="{58C0A114-DCF5-4D46-8331-0228C8A0FF88}" srcOrd="1" destOrd="0" presId="urn:microsoft.com/office/officeart/2008/layout/LinedList"/>
    <dgm:cxn modelId="{21993CA5-57D2-43C4-B647-17B25202518A}" type="presParOf" srcId="{58C0A114-DCF5-4D46-8331-0228C8A0FF88}" destId="{C0DE7441-A969-48F0-ADC3-97D80E774B91}" srcOrd="0" destOrd="0" presId="urn:microsoft.com/office/officeart/2008/layout/LinedList"/>
    <dgm:cxn modelId="{C816BCD4-1FA5-45AC-B58F-67B21D31AA26}" type="presParOf" srcId="{58C0A114-DCF5-4D46-8331-0228C8A0FF88}" destId="{80DADAD7-0815-4AA6-AE4F-4C8F7908C970}" srcOrd="1" destOrd="0" presId="urn:microsoft.com/office/officeart/2008/layout/LinedList"/>
    <dgm:cxn modelId="{7AE47E5D-E068-450C-902D-A09F105CC65F}" type="presParOf" srcId="{7AD8F829-554F-4C7A-9D50-ED2CF279C606}" destId="{7F4AFCF4-16A0-47F6-B4F7-8698E39855BE}" srcOrd="2" destOrd="0" presId="urn:microsoft.com/office/officeart/2008/layout/LinedList"/>
    <dgm:cxn modelId="{E5C931A0-2401-49D2-8377-5FCE7707A01D}" type="presParOf" srcId="{7AD8F829-554F-4C7A-9D50-ED2CF279C606}" destId="{FEB8625A-8E86-48BA-A4FF-5AE20C850CDA}" srcOrd="3" destOrd="0" presId="urn:microsoft.com/office/officeart/2008/layout/LinedList"/>
    <dgm:cxn modelId="{675C0965-DC9A-4D19-8315-F3C577C678F6}" type="presParOf" srcId="{FEB8625A-8E86-48BA-A4FF-5AE20C850CDA}" destId="{F516DB49-60E1-4759-BA41-35113C4FB80E}" srcOrd="0" destOrd="0" presId="urn:microsoft.com/office/officeart/2008/layout/LinedList"/>
    <dgm:cxn modelId="{365B14D6-3BBC-4F0B-8B11-C4332A98BF75}" type="presParOf" srcId="{FEB8625A-8E86-48BA-A4FF-5AE20C850CDA}" destId="{BF842C40-3B1F-476A-A217-10F627BA3EE7}" srcOrd="1" destOrd="0" presId="urn:microsoft.com/office/officeart/2008/layout/LinedList"/>
    <dgm:cxn modelId="{5EFC842E-CA89-4710-90BC-5ED9F9083D26}" type="presParOf" srcId="{7AD8F829-554F-4C7A-9D50-ED2CF279C606}" destId="{EF19CC07-F1C4-46AF-82FC-05FCF16C1267}" srcOrd="4" destOrd="0" presId="urn:microsoft.com/office/officeart/2008/layout/LinedList"/>
    <dgm:cxn modelId="{4A2BB6E6-538D-443B-9C92-28B4302951DF}" type="presParOf" srcId="{7AD8F829-554F-4C7A-9D50-ED2CF279C606}" destId="{17E3420B-9A97-4000-9B03-256BE34211B8}" srcOrd="5" destOrd="0" presId="urn:microsoft.com/office/officeart/2008/layout/LinedList"/>
    <dgm:cxn modelId="{01EC295D-B1B0-4836-A995-664F5E8E13B6}" type="presParOf" srcId="{17E3420B-9A97-4000-9B03-256BE34211B8}" destId="{DD3656D5-EC8D-4EA0-9C2F-8296986EBE34}" srcOrd="0" destOrd="0" presId="urn:microsoft.com/office/officeart/2008/layout/LinedList"/>
    <dgm:cxn modelId="{C9CEE4A7-CBBD-4C03-B8CD-DE712404F1B0}" type="presParOf" srcId="{17E3420B-9A97-4000-9B03-256BE34211B8}" destId="{34FE92B1-C1D3-4520-9BFF-396A90945C44}" srcOrd="1" destOrd="0" presId="urn:microsoft.com/office/officeart/2008/layout/LinedList"/>
    <dgm:cxn modelId="{449EB259-B26A-41F0-8E4F-428907CC8799}" type="presParOf" srcId="{7AD8F829-554F-4C7A-9D50-ED2CF279C606}" destId="{6D6AFDFC-7717-4ECF-B64A-F8C68C33B66B}" srcOrd="6" destOrd="0" presId="urn:microsoft.com/office/officeart/2008/layout/LinedList"/>
    <dgm:cxn modelId="{9D200D8A-80BF-4FC1-A589-BFE81A792C33}" type="presParOf" srcId="{7AD8F829-554F-4C7A-9D50-ED2CF279C606}" destId="{A546C83B-849C-4048-BCAA-6FBBC8CFC614}" srcOrd="7" destOrd="0" presId="urn:microsoft.com/office/officeart/2008/layout/LinedList"/>
    <dgm:cxn modelId="{D9A28133-8D67-4034-BCCF-506B9568F403}" type="presParOf" srcId="{A546C83B-849C-4048-BCAA-6FBBC8CFC614}" destId="{592F2B20-8FF0-4016-B271-9A5B4F6F5332}" srcOrd="0" destOrd="0" presId="urn:microsoft.com/office/officeart/2008/layout/LinedList"/>
    <dgm:cxn modelId="{262FFCE2-4A52-4E5D-AD63-BA66CEBD5590}" type="presParOf" srcId="{A546C83B-849C-4048-BCAA-6FBBC8CFC614}" destId="{BB9E34AB-24C2-4A6A-8853-F144F3334C34}" srcOrd="1" destOrd="0" presId="urn:microsoft.com/office/officeart/2008/layout/LinedList"/>
    <dgm:cxn modelId="{AB418A21-1E5E-41F3-B563-26A134772354}" type="presParOf" srcId="{7AD8F829-554F-4C7A-9D50-ED2CF279C606}" destId="{70F934F4-B8E2-4AFA-9E28-1CBF2D0EF4CD}" srcOrd="8" destOrd="0" presId="urn:microsoft.com/office/officeart/2008/layout/LinedList"/>
    <dgm:cxn modelId="{02C7D3A1-393F-4327-987D-305A93B57385}" type="presParOf" srcId="{7AD8F829-554F-4C7A-9D50-ED2CF279C606}" destId="{DA863F5A-5E8B-490A-A885-DF9CAACDEFAC}" srcOrd="9" destOrd="0" presId="urn:microsoft.com/office/officeart/2008/layout/LinedList"/>
    <dgm:cxn modelId="{F4BD9474-AE9E-429D-B738-78A90D77C448}" type="presParOf" srcId="{DA863F5A-5E8B-490A-A885-DF9CAACDEFAC}" destId="{B1F13F94-86D7-436D-A165-0B849943760E}" srcOrd="0" destOrd="0" presId="urn:microsoft.com/office/officeart/2008/layout/LinedList"/>
    <dgm:cxn modelId="{09C346B0-9BD6-4400-ACAC-56133F645B57}" type="presParOf" srcId="{DA863F5A-5E8B-490A-A885-DF9CAACDEFAC}" destId="{A8059BA1-6935-4D62-8AAB-4C39435BF28D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1C1DDF-2E8E-4B6D-8E32-EA952CBAE1E4}">
      <dsp:nvSpPr>
        <dsp:cNvPr id="0" name=""/>
        <dsp:cNvSpPr/>
      </dsp:nvSpPr>
      <dsp:spPr>
        <a:xfrm>
          <a:off x="0" y="617"/>
          <a:ext cx="6253721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76C1EF-8842-43FC-82ED-A1CD0B2CB28A}">
      <dsp:nvSpPr>
        <dsp:cNvPr id="0" name=""/>
        <dsp:cNvSpPr/>
      </dsp:nvSpPr>
      <dsp:spPr>
        <a:xfrm>
          <a:off x="0" y="617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▸ Runtime: .NET 8 / ASP.NET Core Web API</a:t>
          </a:r>
        </a:p>
      </dsp:txBody>
      <dsp:txXfrm>
        <a:off x="0" y="617"/>
        <a:ext cx="6253721" cy="505493"/>
      </dsp:txXfrm>
    </dsp:sp>
    <dsp:sp modelId="{E6C880B9-12A0-4090-BF7B-FF1294FFF374}">
      <dsp:nvSpPr>
        <dsp:cNvPr id="0" name=""/>
        <dsp:cNvSpPr/>
      </dsp:nvSpPr>
      <dsp:spPr>
        <a:xfrm>
          <a:off x="0" y="506110"/>
          <a:ext cx="6253721" cy="0"/>
        </a:xfrm>
        <a:prstGeom prst="line">
          <a:avLst/>
        </a:prstGeom>
        <a:solidFill>
          <a:schemeClr val="accent2">
            <a:hueOff val="520169"/>
            <a:satOff val="-649"/>
            <a:lumOff val="153"/>
            <a:alphaOff val="0"/>
          </a:schemeClr>
        </a:solidFill>
        <a:ln w="25400" cap="flat" cmpd="sng" algn="ctr">
          <a:solidFill>
            <a:schemeClr val="accent2">
              <a:hueOff val="520169"/>
              <a:satOff val="-649"/>
              <a:lumOff val="15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519F6B-2CD7-4C75-8872-90870822A4A7}">
      <dsp:nvSpPr>
        <dsp:cNvPr id="0" name=""/>
        <dsp:cNvSpPr/>
      </dsp:nvSpPr>
      <dsp:spPr>
        <a:xfrm>
          <a:off x="0" y="506110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ORM: Entity Framework Core + </a:t>
          </a:r>
          <a:r>
            <a:rPr lang="en-US" sz="1800" kern="1200" dirty="0" err="1"/>
            <a:t>Npgsql</a:t>
          </a:r>
          <a:r>
            <a:rPr lang="en-US" sz="1800" kern="1200" dirty="0"/>
            <a:t> (PostgreSQL)</a:t>
          </a:r>
        </a:p>
      </dsp:txBody>
      <dsp:txXfrm>
        <a:off x="0" y="506110"/>
        <a:ext cx="6253721" cy="505493"/>
      </dsp:txXfrm>
    </dsp:sp>
    <dsp:sp modelId="{F1CA7630-1684-4C55-84BA-4F2C33DC4EAA}">
      <dsp:nvSpPr>
        <dsp:cNvPr id="0" name=""/>
        <dsp:cNvSpPr/>
      </dsp:nvSpPr>
      <dsp:spPr>
        <a:xfrm>
          <a:off x="0" y="1011604"/>
          <a:ext cx="6253721" cy="0"/>
        </a:xfrm>
        <a:prstGeom prst="line">
          <a:avLst/>
        </a:prstGeom>
        <a:solidFill>
          <a:schemeClr val="accent2">
            <a:hueOff val="1040338"/>
            <a:satOff val="-1298"/>
            <a:lumOff val="305"/>
            <a:alphaOff val="0"/>
          </a:schemeClr>
        </a:solidFill>
        <a:ln w="25400" cap="flat" cmpd="sng" algn="ctr">
          <a:solidFill>
            <a:schemeClr val="accent2">
              <a:hueOff val="1040338"/>
              <a:satOff val="-1298"/>
              <a:lumOff val="30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F233DD-31A7-46F7-AE93-99743047CC9F}">
      <dsp:nvSpPr>
        <dsp:cNvPr id="0" name=""/>
        <dsp:cNvSpPr/>
      </dsp:nvSpPr>
      <dsp:spPr>
        <a:xfrm>
          <a:off x="0" y="1011604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▸ Caching: StackExchange.Redis (cache-aside pattern)</a:t>
          </a:r>
        </a:p>
      </dsp:txBody>
      <dsp:txXfrm>
        <a:off x="0" y="1011604"/>
        <a:ext cx="6253721" cy="505493"/>
      </dsp:txXfrm>
    </dsp:sp>
    <dsp:sp modelId="{69DB7299-9396-4334-8E4F-C2572ADF9480}">
      <dsp:nvSpPr>
        <dsp:cNvPr id="0" name=""/>
        <dsp:cNvSpPr/>
      </dsp:nvSpPr>
      <dsp:spPr>
        <a:xfrm>
          <a:off x="0" y="1517097"/>
          <a:ext cx="6253721" cy="0"/>
        </a:xfrm>
        <a:prstGeom prst="line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1B18BB-2FE4-490D-9242-2308A8EC740E}">
      <dsp:nvSpPr>
        <dsp:cNvPr id="0" name=""/>
        <dsp:cNvSpPr/>
      </dsp:nvSpPr>
      <dsp:spPr>
        <a:xfrm>
          <a:off x="0" y="1517097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▸ Messaging: RabbitMQ.Client (topic exchange, DLQ)</a:t>
          </a:r>
        </a:p>
      </dsp:txBody>
      <dsp:txXfrm>
        <a:off x="0" y="1517097"/>
        <a:ext cx="6253721" cy="505493"/>
      </dsp:txXfrm>
    </dsp:sp>
    <dsp:sp modelId="{E79AFFE4-4A05-4C48-BC8F-B7076AD59893}">
      <dsp:nvSpPr>
        <dsp:cNvPr id="0" name=""/>
        <dsp:cNvSpPr/>
      </dsp:nvSpPr>
      <dsp:spPr>
        <a:xfrm>
          <a:off x="0" y="2022591"/>
          <a:ext cx="6253721" cy="0"/>
        </a:xfrm>
        <a:prstGeom prst="line">
          <a:avLst/>
        </a:prstGeom>
        <a:solidFill>
          <a:schemeClr val="accent2">
            <a:hueOff val="2080675"/>
            <a:satOff val="-2595"/>
            <a:lumOff val="610"/>
            <a:alphaOff val="0"/>
          </a:schemeClr>
        </a:solidFill>
        <a:ln w="25400" cap="flat" cmpd="sng" algn="ctr">
          <a:solidFill>
            <a:schemeClr val="accent2">
              <a:hueOff val="2080675"/>
              <a:satOff val="-2595"/>
              <a:lumOff val="61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723AC01-30FB-407A-B477-B28C0702CECD}">
      <dsp:nvSpPr>
        <dsp:cNvPr id="0" name=""/>
        <dsp:cNvSpPr/>
      </dsp:nvSpPr>
      <dsp:spPr>
        <a:xfrm>
          <a:off x="0" y="2022591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Resilience: Polly v8 (circuit breakers, retry policies)</a:t>
          </a:r>
        </a:p>
      </dsp:txBody>
      <dsp:txXfrm>
        <a:off x="0" y="2022591"/>
        <a:ext cx="6253721" cy="505493"/>
      </dsp:txXfrm>
    </dsp:sp>
    <dsp:sp modelId="{1C1AB887-C0B5-4F35-A185-3040F3DA20F0}">
      <dsp:nvSpPr>
        <dsp:cNvPr id="0" name=""/>
        <dsp:cNvSpPr/>
      </dsp:nvSpPr>
      <dsp:spPr>
        <a:xfrm>
          <a:off x="0" y="2528085"/>
          <a:ext cx="6253721" cy="0"/>
        </a:xfrm>
        <a:prstGeom prst="line">
          <a:avLst/>
        </a:prstGeom>
        <a:solidFill>
          <a:schemeClr val="accent2">
            <a:hueOff val="2600844"/>
            <a:satOff val="-3244"/>
            <a:lumOff val="763"/>
            <a:alphaOff val="0"/>
          </a:schemeClr>
        </a:solidFill>
        <a:ln w="25400" cap="flat" cmpd="sng" algn="ctr">
          <a:solidFill>
            <a:schemeClr val="accent2">
              <a:hueOff val="2600844"/>
              <a:satOff val="-3244"/>
              <a:lumOff val="76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2B3543-EBB2-467B-BE17-F7A760A47DA0}">
      <dsp:nvSpPr>
        <dsp:cNvPr id="0" name=""/>
        <dsp:cNvSpPr/>
      </dsp:nvSpPr>
      <dsp:spPr>
        <a:xfrm>
          <a:off x="0" y="2528085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Auth: RS256 JWT, Argon2id password hashing</a:t>
          </a:r>
        </a:p>
      </dsp:txBody>
      <dsp:txXfrm>
        <a:off x="0" y="2528085"/>
        <a:ext cx="6253721" cy="505493"/>
      </dsp:txXfrm>
    </dsp:sp>
    <dsp:sp modelId="{A3F5D70D-1FBF-4E7D-B02D-83D282CC3F11}">
      <dsp:nvSpPr>
        <dsp:cNvPr id="0" name=""/>
        <dsp:cNvSpPr/>
      </dsp:nvSpPr>
      <dsp:spPr>
        <a:xfrm>
          <a:off x="0" y="3033578"/>
          <a:ext cx="6253721" cy="0"/>
        </a:xfrm>
        <a:prstGeom prst="line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E61852-2AEB-4C20-B31C-E50FCEF9B88D}">
      <dsp:nvSpPr>
        <dsp:cNvPr id="0" name=""/>
        <dsp:cNvSpPr/>
      </dsp:nvSpPr>
      <dsp:spPr>
        <a:xfrm>
          <a:off x="0" y="3033578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Observability: </a:t>
          </a:r>
          <a:r>
            <a:rPr lang="en-US" sz="1800" kern="1200" dirty="0" err="1"/>
            <a:t>prometheus</a:t>
          </a:r>
          <a:r>
            <a:rPr lang="en-US" sz="1800" kern="1200" dirty="0"/>
            <a:t>-net, structured JSON logging</a:t>
          </a:r>
        </a:p>
      </dsp:txBody>
      <dsp:txXfrm>
        <a:off x="0" y="3033578"/>
        <a:ext cx="6253721" cy="505493"/>
      </dsp:txXfrm>
    </dsp:sp>
    <dsp:sp modelId="{62879343-E3E5-4261-83FF-12ED4F46B048}">
      <dsp:nvSpPr>
        <dsp:cNvPr id="0" name=""/>
        <dsp:cNvSpPr/>
      </dsp:nvSpPr>
      <dsp:spPr>
        <a:xfrm>
          <a:off x="0" y="3539072"/>
          <a:ext cx="6253721" cy="0"/>
        </a:xfrm>
        <a:prstGeom prst="line">
          <a:avLst/>
        </a:prstGeom>
        <a:solidFill>
          <a:schemeClr val="accent2">
            <a:hueOff val="3641181"/>
            <a:satOff val="-4541"/>
            <a:lumOff val="1068"/>
            <a:alphaOff val="0"/>
          </a:schemeClr>
        </a:solidFill>
        <a:ln w="25400" cap="flat" cmpd="sng" algn="ctr">
          <a:solidFill>
            <a:schemeClr val="accent2">
              <a:hueOff val="3641181"/>
              <a:satOff val="-4541"/>
              <a:lumOff val="106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D0A8F1E-4119-4F6E-A2E4-2AF506F2CAFA}">
      <dsp:nvSpPr>
        <dsp:cNvPr id="0" name=""/>
        <dsp:cNvSpPr/>
      </dsp:nvSpPr>
      <dsp:spPr>
        <a:xfrm>
          <a:off x="0" y="3539072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Orchestration: Kubernetes (Deployments, HPA, </a:t>
          </a:r>
          <a:r>
            <a:rPr lang="en-US" sz="1800" kern="1200" dirty="0" err="1"/>
            <a:t>StatefulSets</a:t>
          </a:r>
          <a:r>
            <a:rPr lang="en-US" sz="1800" kern="1200" dirty="0"/>
            <a:t>)</a:t>
          </a:r>
        </a:p>
      </dsp:txBody>
      <dsp:txXfrm>
        <a:off x="0" y="3539072"/>
        <a:ext cx="6253721" cy="505493"/>
      </dsp:txXfrm>
    </dsp:sp>
    <dsp:sp modelId="{6669A42D-3008-4667-86A5-96E684E4BAD7}">
      <dsp:nvSpPr>
        <dsp:cNvPr id="0" name=""/>
        <dsp:cNvSpPr/>
      </dsp:nvSpPr>
      <dsp:spPr>
        <a:xfrm>
          <a:off x="0" y="4044565"/>
          <a:ext cx="6253721" cy="0"/>
        </a:xfrm>
        <a:prstGeom prst="line">
          <a:avLst/>
        </a:prstGeom>
        <a:solidFill>
          <a:schemeClr val="accent2">
            <a:hueOff val="4161350"/>
            <a:satOff val="-5190"/>
            <a:lumOff val="1220"/>
            <a:alphaOff val="0"/>
          </a:schemeClr>
        </a:solidFill>
        <a:ln w="25400" cap="flat" cmpd="sng" algn="ctr">
          <a:solidFill>
            <a:schemeClr val="accent2">
              <a:hueOff val="4161350"/>
              <a:satOff val="-5190"/>
              <a:lumOff val="122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B27420-2652-43F6-AFD1-CA1F76C2679B}">
      <dsp:nvSpPr>
        <dsp:cNvPr id="0" name=""/>
        <dsp:cNvSpPr/>
      </dsp:nvSpPr>
      <dsp:spPr>
        <a:xfrm>
          <a:off x="0" y="4044565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API Gateway: NGINX Ingress Controller</a:t>
          </a:r>
        </a:p>
      </dsp:txBody>
      <dsp:txXfrm>
        <a:off x="0" y="4044565"/>
        <a:ext cx="6253721" cy="505493"/>
      </dsp:txXfrm>
    </dsp:sp>
    <dsp:sp modelId="{D57F3042-0659-429C-8BD4-4BE5ABA4A30F}">
      <dsp:nvSpPr>
        <dsp:cNvPr id="0" name=""/>
        <dsp:cNvSpPr/>
      </dsp:nvSpPr>
      <dsp:spPr>
        <a:xfrm>
          <a:off x="0" y="4550059"/>
          <a:ext cx="6253721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FEAD0F-ACEB-4E54-8CC5-42195089D739}">
      <dsp:nvSpPr>
        <dsp:cNvPr id="0" name=""/>
        <dsp:cNvSpPr/>
      </dsp:nvSpPr>
      <dsp:spPr>
        <a:xfrm>
          <a:off x="0" y="4550059"/>
          <a:ext cx="6253721" cy="50549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Containers: Docker multi-stage builds (SDK → Runtime)</a:t>
          </a:r>
        </a:p>
      </dsp:txBody>
      <dsp:txXfrm>
        <a:off x="0" y="4550059"/>
        <a:ext cx="6253721" cy="50549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6079B7-1293-4F3A-9781-0656F8324644}">
      <dsp:nvSpPr>
        <dsp:cNvPr id="0" name=""/>
        <dsp:cNvSpPr/>
      </dsp:nvSpPr>
      <dsp:spPr>
        <a:xfrm>
          <a:off x="0" y="5837"/>
          <a:ext cx="66476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DE7441-A969-48F0-ADC3-97D80E774B91}">
      <dsp:nvSpPr>
        <dsp:cNvPr id="0" name=""/>
        <dsp:cNvSpPr/>
      </dsp:nvSpPr>
      <dsp:spPr>
        <a:xfrm>
          <a:off x="0" y="341"/>
          <a:ext cx="6647657" cy="559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Auth Service: 2–10 replicas, scales at CPU &gt; 70%</a:t>
          </a:r>
        </a:p>
      </dsp:txBody>
      <dsp:txXfrm>
        <a:off x="0" y="341"/>
        <a:ext cx="6647657" cy="559155"/>
      </dsp:txXfrm>
    </dsp:sp>
    <dsp:sp modelId="{7F4AFCF4-16A0-47F6-B4F7-8698E39855BE}">
      <dsp:nvSpPr>
        <dsp:cNvPr id="0" name=""/>
        <dsp:cNvSpPr/>
      </dsp:nvSpPr>
      <dsp:spPr>
        <a:xfrm>
          <a:off x="0" y="559497"/>
          <a:ext cx="66476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16DB49-60E1-4759-BA41-35113C4FB80E}">
      <dsp:nvSpPr>
        <dsp:cNvPr id="0" name=""/>
        <dsp:cNvSpPr/>
      </dsp:nvSpPr>
      <dsp:spPr>
        <a:xfrm>
          <a:off x="0" y="559497"/>
          <a:ext cx="6647657" cy="559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Cart Service: 2–10 replicas, scales at CPU &gt; 70% or P99 &gt; 200ms</a:t>
          </a:r>
        </a:p>
      </dsp:txBody>
      <dsp:txXfrm>
        <a:off x="0" y="559497"/>
        <a:ext cx="6647657" cy="559155"/>
      </dsp:txXfrm>
    </dsp:sp>
    <dsp:sp modelId="{EF19CC07-F1C4-46AF-82FC-05FCF16C1267}">
      <dsp:nvSpPr>
        <dsp:cNvPr id="0" name=""/>
        <dsp:cNvSpPr/>
      </dsp:nvSpPr>
      <dsp:spPr>
        <a:xfrm>
          <a:off x="0" y="1118653"/>
          <a:ext cx="66476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656D5-EC8D-4EA0-9C2F-8296986EBE34}">
      <dsp:nvSpPr>
        <dsp:cNvPr id="0" name=""/>
        <dsp:cNvSpPr/>
      </dsp:nvSpPr>
      <dsp:spPr>
        <a:xfrm>
          <a:off x="0" y="1118653"/>
          <a:ext cx="6647657" cy="559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Scale-down stabilization window: 5 minutes (prevents flapping)</a:t>
          </a:r>
        </a:p>
      </dsp:txBody>
      <dsp:txXfrm>
        <a:off x="0" y="1118653"/>
        <a:ext cx="6647657" cy="559155"/>
      </dsp:txXfrm>
    </dsp:sp>
    <dsp:sp modelId="{6D6AFDFC-7717-4ECF-B64A-F8C68C33B66B}">
      <dsp:nvSpPr>
        <dsp:cNvPr id="0" name=""/>
        <dsp:cNvSpPr/>
      </dsp:nvSpPr>
      <dsp:spPr>
        <a:xfrm>
          <a:off x="0" y="1677808"/>
          <a:ext cx="66476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F2B20-8FF0-4016-B271-9A5B4F6F5332}">
      <dsp:nvSpPr>
        <dsp:cNvPr id="0" name=""/>
        <dsp:cNvSpPr/>
      </dsp:nvSpPr>
      <dsp:spPr>
        <a:xfrm>
          <a:off x="0" y="1677808"/>
          <a:ext cx="6647657" cy="559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Rolling updates: </a:t>
          </a:r>
          <a:r>
            <a:rPr lang="en-US" sz="1800" kern="1200" dirty="0" err="1"/>
            <a:t>maxUnavailable</a:t>
          </a:r>
          <a:r>
            <a:rPr lang="en-US" sz="1800" kern="1200" dirty="0"/>
            <a:t>=1, </a:t>
          </a:r>
          <a:r>
            <a:rPr lang="en-US" sz="1800" kern="1200" dirty="0" err="1"/>
            <a:t>maxSurge</a:t>
          </a:r>
          <a:r>
            <a:rPr lang="en-US" sz="1800" kern="1200" dirty="0"/>
            <a:t>=1</a:t>
          </a:r>
        </a:p>
      </dsp:txBody>
      <dsp:txXfrm>
        <a:off x="0" y="1677808"/>
        <a:ext cx="6647657" cy="559155"/>
      </dsp:txXfrm>
    </dsp:sp>
    <dsp:sp modelId="{70F934F4-B8E2-4AFA-9E28-1CBF2D0EF4CD}">
      <dsp:nvSpPr>
        <dsp:cNvPr id="0" name=""/>
        <dsp:cNvSpPr/>
      </dsp:nvSpPr>
      <dsp:spPr>
        <a:xfrm>
          <a:off x="0" y="2236964"/>
          <a:ext cx="6647657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1F13F94-86D7-436D-A165-0B849943760E}">
      <dsp:nvSpPr>
        <dsp:cNvPr id="0" name=""/>
        <dsp:cNvSpPr/>
      </dsp:nvSpPr>
      <dsp:spPr>
        <a:xfrm>
          <a:off x="0" y="2236964"/>
          <a:ext cx="6647657" cy="55915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▸ </a:t>
          </a:r>
          <a:r>
            <a:rPr lang="en-US" sz="1800" kern="1200" dirty="0" err="1"/>
            <a:t>PodDisruptionBudgets</a:t>
          </a:r>
          <a:r>
            <a:rPr lang="en-US" sz="1800" kern="1200" dirty="0"/>
            <a:t>: </a:t>
          </a:r>
          <a:r>
            <a:rPr lang="en-US" sz="1800" kern="1200" dirty="0" err="1"/>
            <a:t>minAvailable</a:t>
          </a:r>
          <a:r>
            <a:rPr lang="en-US" sz="1800" kern="1200" dirty="0"/>
            <a:t>=1 per service</a:t>
          </a:r>
        </a:p>
      </dsp:txBody>
      <dsp:txXfrm>
        <a:off x="0" y="2236964"/>
        <a:ext cx="6647657" cy="5591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28860F-0866-76E1-5F35-514081E9261A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5589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Confidentiality Class: Open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7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Online Retail Platform</a:t>
            </a:r>
          </a:p>
          <a:p>
            <a:pPr algn="ctr">
              <a:defRPr sz="2200">
                <a:solidFill>
                  <a:srgbClr val="CCCCCC"/>
                </a:solidFill>
              </a:defRPr>
            </a:pPr>
            <a:r>
              <a:t>High-Level System Design &amp; Implementation Strategy</a:t>
            </a:r>
            <a:br/>
            <a:r>
              <a:t>Senior Backend Developer — Technical Assignment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1. System Architecture View (High-Level Design)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2. Scaling Strategy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3. Security and Authentication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4. Key Components and Their Responsibilities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5. Integration with External Services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6. Monitoring and Alerting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7. Code Delivery Plan (CI/CD)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5CC5FF6-C911-4883-B5F7-F5F3E29A8B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4E2200F-ED39-40A1-A6F7-65A45ED6D7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4DC59FE-95C7-4792-8613-8387631B1D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85A6740-C8AC-4AF4-8DED-DF2AE7C5C4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B0287ED7-11F5-4988-9536-ED300C63D0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F435B82-54F0-40A8-98AC-308BBE400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3E91545-5C3B-46A8-84FE-3866AC17D5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8E118785-E32F-4098-BA19-715FB4D32B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18661B7-47E9-4CFA-9D23-D94826CD74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B163B796-84D7-4069-93D0-7A496A03AA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87A77F8F-E829-4314-9F44-36169F7548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8D18253-A2A5-4168-A077-5A4A9C532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DAC9C54-D328-4591-AE19-1C4E335C79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74A6996-7D92-4A5D-B88C-3B3E56C69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D0F18B95-9F0D-423C-9242-0FBEC7276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A4AE5E3E-9489-4D5A-A458-72C3E481C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E88FC08-D56F-45D4-AC54-B89F64697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A9CDF2D-7A78-4571-B1C1-857192D4A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E46C3A6-A8E2-4FBB-B6F8-FBEA0D905D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D35E17C-3C3F-401E-875C-1BA82BBA5A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8C01EF9-F43C-4B12-BBF9-A20421C75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138BDDD-D054-4F0A-BB1F-9D016848D6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3CB9B538-BCFF-41C2-87A8-28853C399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D34C8C8-72AB-40F5-87DE-E7AE196F7D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9DA1E9C3-A70A-49DD-AD8F-5E768B24FA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C92A81C-B9D6-4A1C-BE78-377104DBEC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97C6A3B9-0918-0ECD-0143-98ED61723D9C}"/>
              </a:ext>
            </a:extLst>
          </p:cNvPr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BE5"/>
                </a:solidFill>
              </a:defRPr>
            </a:pPr>
            <a:r>
              <a:t>Section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DB69DF-C703-149F-1B3C-A0BEEC09F91B}"/>
              </a:ext>
            </a:extLst>
          </p:cNvPr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System Architecture 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F84627-5260-AB9D-DFFC-EFD694F58F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D58AFB7-EBCD-37CF-EF09-51DC2CD8D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6B2C881-1FDA-6606-71A6-FB2826BF97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76038B4-FCD3-6FDA-9A7C-D35D73E98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70E18B3-B445-7D3D-281C-AF0A030037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6281DC1-A78B-C8DD-2D74-C9AB978463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FA260E72-0B5A-CF92-9DFE-47E213061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2266034-46B0-5F8E-8233-01BF22AAE9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DD0F98-422F-5B44-3D7C-BD270E47F8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C163CF27-D693-4DAC-5FE9-27A70E3FA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C454A5F-79C2-23A3-2E1E-14AD10ACC561}"/>
              </a:ext>
            </a:extLst>
          </p:cNvPr>
          <p:cNvSpPr txBox="1"/>
          <p:nvPr/>
        </p:nvSpPr>
        <p:spPr>
          <a:xfrm>
            <a:off x="227523" y="2069458"/>
            <a:ext cx="4827884" cy="2702018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9BE5"/>
                </a:solidFill>
              </a:defRPr>
            </a:pP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High-Level Architecture Diagram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3625B61-FDBD-CC43-8618-DB184CDBA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57E2BAE5-FA60-26A2-AF23-73E9F2F699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9E046497-317E-DEB0-ED04-7B94BDFA1D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1AB7ED4-B626-1C74-7406-AD6B53EDF6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12FD56A-79EF-389F-7235-A8CB608A65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1DDE4DFB-BBE0-F4F9-223C-E9090C6C2D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0AA58FD2-A5D8-1483-83DF-9986F9A6EE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030F0893-74D2-DA12-8494-93E5099100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A72BD3B2-E240-9DE3-D562-13C9577DD0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92FCE281-EC11-C13A-7FAB-04475F7CDE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9FE4292-A513-7CD7-36DF-2F29BB5BBF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A00E8CD-CA56-53C6-4B17-6B78B9291E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2C1D3F68-4D39-E9C4-4DB2-B5BE337591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8A8A3623-BB33-FA5A-C612-7A793E5BCA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19ED2AA-5B61-89EE-DD25-4898FFDE40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D23203E4-D91D-69AD-E497-DC580EC377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9E6F7554-D1ED-7C64-0D0D-4E99233B96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59502F3-7AD4-ECDE-579E-92C6BCFE81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000" r="-1" b="-1"/>
          <a:stretch>
            <a:fillRect/>
          </a:stretch>
        </p:blipFill>
        <p:spPr>
          <a:xfrm>
            <a:off x="4671364" y="150612"/>
            <a:ext cx="6556775" cy="655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3427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0E2D680-D0BE-AAE2-301D-12852AEA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B6BBAC30-F2BA-F4C3-99C2-FC9C105B05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1B425A-7518-7FA3-BB57-6A043906A2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461B674-C8CF-8CF5-5555-B98C8A0BD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CE6DD9E2-BCEF-B97D-0199-20D3D24EA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D8DA1F7F-1EBC-0569-E2FF-053D2CD79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32BCCD89-936E-8D7D-6696-6AF8201724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0F899C1-409D-5F3B-5E7F-AAE3AA1B5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4801C13-0AFB-446B-85AC-E0134B2384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5E57FD6-B834-B12F-6438-85BF488DA0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BC5F62E-A24E-F3C4-8C08-D012F5E11B11}"/>
              </a:ext>
            </a:extLst>
          </p:cNvPr>
          <p:cNvSpPr txBox="1"/>
          <p:nvPr/>
        </p:nvSpPr>
        <p:spPr>
          <a:xfrm>
            <a:off x="239711" y="460656"/>
            <a:ext cx="7106479" cy="417987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 fontScale="55000" lnSpcReduction="20000"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9BE5"/>
                </a:solidFill>
              </a:defRPr>
            </a:pPr>
            <a:r>
              <a:rPr lang="hr-HR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Kubernetees</a:t>
            </a:r>
            <a:r>
              <a:rPr lang="hr-HR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r-HR" sz="48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Cluster</a:t>
            </a:r>
            <a:r>
              <a:rPr lang="en-US" sz="48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Diagram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521B36D-31BC-D7F7-1818-B67D97DF3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3C2A7536-5C7D-3459-2807-83C15FF42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7C36F9C-213A-874C-FB82-1973FF7411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D3646340-2110-A9D7-6698-EAF3054BCE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C056640B-3F48-A6F7-06AB-E46E1FAB9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EF10CB98-3C57-4658-E331-480A70241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CF62ED7A-8995-5F7E-1012-1E96EEDE2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8F52336-7D3F-25C4-516B-FE3F4DBBE1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EB8AF079-3466-C139-E67B-3EFA8C6FA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0B92472-9D4F-7EF0-2E97-90B251E2D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5D6DCF9-B0A4-77D1-616A-37A0712FA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B5F5DEAF-11F6-3C37-C755-BCE03AF7B3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B4D2093D-16FF-76E0-F701-8365CE3A19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C1DF8908-7048-41C5-A425-522DD8E55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53A38C5-D7E6-796C-1320-FE4A1129C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04ACF0B-1EF7-38BB-15A4-90B03E0A86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A357785-991B-008D-6FE9-2DDBCEBB81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0C4F76D-1425-17B8-C92B-2D8173F4D1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203" y="1160934"/>
            <a:ext cx="10136015" cy="5172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8038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8" name="Rectangle 107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Rectangle 115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40949" y="833092"/>
            <a:ext cx="4195140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9BE5"/>
                </a:solidFill>
              </a:defRPr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Core Technology Stack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E06291CB-BE68-B945-EC0E-2B41067A8E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8738718"/>
              </p:ext>
            </p:extLst>
          </p:nvPr>
        </p:nvGraphicFramePr>
        <p:xfrm>
          <a:off x="4915947" y="866585"/>
          <a:ext cx="6253722" cy="50561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C86105-4F21-0295-AD6C-7595D7EA3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B7FC723-B707-EF79-E07C-865C670CD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6F0A17-45CC-C2D7-7702-AF3815D66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5E86E2B-E260-FE1D-7DF4-9E10E39CF4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070BA74-AD52-B695-4D87-3E63723EB6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F72A17C4-16BB-53FA-CB9B-004600E36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D64C58E9-2E7C-4B04-FB6B-40239D21BE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C53D703B-0495-1D3E-FD4E-9EDC5DF8C5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4ED9698A-CF6D-DB13-DA17-793284A2F0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9484B79-294F-AE93-02A8-0FC634E748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81FAAFD0-DCAA-9121-933F-93CA40C40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2541149-70A6-325B-10AD-8BF906173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1A41B3C-6124-E3F1-5E83-90C9A5C7C4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172EF10-F8C9-FA5D-110C-4D0BD309CE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2855A1F-66C8-BE19-FE3D-11FD33536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538C826E-6AD1-B6FA-5CD2-38736B2879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BBB2D25A-E577-1A5C-4883-A785F348F0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96798AD0-02C5-DAC0-367A-EB9007A3A1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797DD6E-8D33-06F1-C2A8-9A7E8C51E1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54F22611-0C49-B176-F239-125A547C166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B2FDBE0-E7F6-C446-042C-78B7F0900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8BE15EE0-4487-6792-7945-695EE11C66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42D1CD4-7390-2FC9-B353-2310FEE86B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F41ADB6-2C93-C811-46E8-99EA2996EF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30A7E3D0-7D4F-F4A8-CEE5-C038E5F7C5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38E3CD85-2B4A-C21F-5FB9-3C146DD3B6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1BD73CE9-B402-F791-D0A9-51721526C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6A74114-D801-60FD-4270-5B083B40CB21}"/>
              </a:ext>
            </a:extLst>
          </p:cNvPr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BE5"/>
                </a:solidFill>
              </a:defRPr>
            </a:pPr>
            <a:r>
              <a:t>Section 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58B10F-EC37-4EFD-5920-D1AD33BD548B}"/>
              </a:ext>
            </a:extLst>
          </p:cNvPr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Scaling Strategy</a:t>
            </a:r>
          </a:p>
        </p:txBody>
      </p:sp>
    </p:spTree>
    <p:extLst>
      <p:ext uri="{BB962C8B-B14F-4D97-AF65-F5344CB8AC3E}">
        <p14:creationId xmlns:p14="http://schemas.microsoft.com/office/powerpoint/2010/main" val="2198999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A3EFF7B1-6CB7-47D1-AD37-B870CA2B21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7FA2962B-21B6-4689-A95D-A8FF6ADE4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A745280D-ED36-41FE-8EB1-CE597C99CF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3D26CEB3-5AE4-4088-AD63-396DB50F28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4AA9279A-AD34-474C-834E-6BF658144A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3589559-7D9A-4ECD-90BB-A5565E2DAE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701B1A71-DCEA-4EB2-8133-98A2CD6F0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80E95A5C-1E97-41C3-9DEC-245FF6DEBF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8D3C3374-C720-4FCD-B6CD-AEF1D1A619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7639E2EF-4D23-4EA3-B29E-D6362FF722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30820A4-6CEA-4BF7-8DE4-F5B2D2EB2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F320E002-8AED-4D4F-A104-0585FFFB9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6A0BF3F3-3A09-42CE-9483-114BD01DD9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B233BD5C-DFC7-4EB7-B348-7C9B5B8D0A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A00D2CE1-35C1-46E6-BD59-CEE668BD90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A58DCE86-9AE1-46D1-96D6-04B8B3EDF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9B74739-D423-4F25-A976-0A6CD86D17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6018E700-FF08-42AA-9237-24E7A74AD3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46B3488A-8A55-403E-B9C9-75AFA0CF53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5089B9D-BA8D-4A64-B95F-33940D9D6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E18403B7-F2C7-4C07-8522-21C319109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23B58CC6-A99E-43AF-A467-256F19287F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FE97852-3A18-4317-B17E-8C45174F96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F9D0BC6E-6D0B-4589-B1BF-372BAA3839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530B892E-E062-4B0A-B79E-E55D36EC9A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8D1A4DF9-C28A-4C0A-B273-702F0C4880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/>
          <p:cNvSpPr txBox="1"/>
          <p:nvPr/>
        </p:nvSpPr>
        <p:spPr>
          <a:xfrm>
            <a:off x="192614" y="879449"/>
            <a:ext cx="4195140" cy="5638831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9BE5"/>
                </a:solidFill>
              </a:defRPr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High-Level Overview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75F9E8-C927-4824-97A0-810E0144888D}"/>
              </a:ext>
            </a:extLst>
          </p:cNvPr>
          <p:cNvSpPr txBox="1"/>
          <p:nvPr/>
        </p:nvSpPr>
        <p:spPr>
          <a:xfrm>
            <a:off x="4233672" y="1835070"/>
            <a:ext cx="74706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Three Scaling Dimensions:</a:t>
            </a:r>
          </a:p>
          <a:p>
            <a:r>
              <a:rPr lang="en-US" dirty="0"/>
              <a:t>    1. Compute — HPA scales pods based on CPU, latency, and custom metrics</a:t>
            </a:r>
          </a:p>
          <a:p>
            <a:r>
              <a:rPr lang="en-US" dirty="0"/>
              <a:t>    2. Data — Read replicas, cache clustering, and queue-based offloading</a:t>
            </a:r>
          </a:p>
          <a:p>
            <a:r>
              <a:rPr lang="en-US" dirty="0"/>
              <a:t>    3. Traffic — Gateway rate limiting + load-balanced ingress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AA47EE-2425-0C3B-5922-DE175E2BC9C0}"/>
              </a:ext>
            </a:extLst>
          </p:cNvPr>
          <p:cNvSpPr txBox="1"/>
          <p:nvPr/>
        </p:nvSpPr>
        <p:spPr>
          <a:xfrm>
            <a:off x="4159549" y="3354927"/>
            <a:ext cx="764862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Key Principles:</a:t>
            </a:r>
          </a:p>
          <a:p>
            <a:r>
              <a:rPr lang="en-US" dirty="0"/>
              <a:t>    • Scale out (horizontal) before scaling up (vertical)</a:t>
            </a:r>
          </a:p>
          <a:p>
            <a:r>
              <a:rPr lang="en-US" dirty="0"/>
              <a:t>    • Each service scales independently based on its own bottleneck</a:t>
            </a:r>
          </a:p>
          <a:p>
            <a:r>
              <a:rPr lang="en-US" dirty="0"/>
              <a:t>    • Stateless services enable instant horizontal scaling</a:t>
            </a:r>
          </a:p>
          <a:p>
            <a:r>
              <a:rPr lang="en-US" dirty="0"/>
              <a:t>    • Stateful components (DB, Redis, MQ) use clustering and replication</a:t>
            </a:r>
          </a:p>
          <a:p>
            <a:r>
              <a:rPr lang="en-US" dirty="0"/>
              <a:t>    • Cost-aware: scale-down stabilization prevents over-provisioning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93C24-4FDE-264B-3C12-E1B71FD20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49F280FE-A030-D520-4141-BB869D33E7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A13B64F-DE8D-621D-0AF2-B3BC9AE57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6D86C465-444F-5610-199C-81E0A7DE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3459697-E920-FBA4-AB11-3984C4988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D7D9EE03-D578-9C49-1D79-E50371DCF1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3056FAA3-4649-8C1E-9643-26F35B7152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6FC6825C-F9A4-91C8-CBCA-033D56BB73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673AD78-26C3-D404-A0D2-FA887FFD3E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3757ED26-FF3E-CA3E-7D34-4F81B00D33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2435AEB-218B-1C52-D899-13876EB0BB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744E28D1-2981-86A0-549C-1D2448D407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BC1A139-2758-154A-4BC3-F87B1BDA34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261EE25C-93B4-6DEC-4944-03F45B6F99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819F4D9C-58B1-6386-BF9F-EEA9F386B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E9CF429-0146-B2C8-8E52-846B34C623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7899869E-EDA0-BA76-5985-7BA5FD7EB7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083927F6-67A6-B7C1-62C3-01BA629E31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CBC4CA7-62EC-386C-6ECD-3C3F8179D0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A78D4CA-012F-44CD-1E59-D095C4EB05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27502A44-64BF-78EC-B4BB-6C4D51B90C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2347E43C-7899-7389-1341-0869EFAC0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D4C8D789-87D9-1AE6-C5A2-F4B73DC489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76A4D8C-EF27-8D2B-4146-72A5220CCD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784D746-2561-9190-B697-BDD77870AE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2D98CA36-6314-3F97-0AB3-D7BB6E559D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1DA28404-2D05-F99F-81FC-7F2D02F873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F583834-B4E6-A68D-88F1-3F2D584E8806}"/>
              </a:ext>
            </a:extLst>
          </p:cNvPr>
          <p:cNvSpPr txBox="1"/>
          <p:nvPr/>
        </p:nvSpPr>
        <p:spPr>
          <a:xfrm>
            <a:off x="171723" y="1034638"/>
            <a:ext cx="4020420" cy="55140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9BE5"/>
                </a:solidFill>
              </a:defRPr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Horizontal Pod Autoscaling (HPA)</a:t>
            </a:r>
          </a:p>
        </p:txBody>
      </p:sp>
      <p:graphicFrame>
        <p:nvGraphicFramePr>
          <p:cNvPr id="5" name="TextBox 2">
            <a:extLst>
              <a:ext uri="{FF2B5EF4-FFF2-40B4-BE49-F238E27FC236}">
                <a16:creationId xmlns:a16="http://schemas.microsoft.com/office/drawing/2014/main" id="{08CDF9C0-B33D-2163-7F16-317C9A00E6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6108304"/>
              </p:ext>
            </p:extLst>
          </p:nvPr>
        </p:nvGraphicFramePr>
        <p:xfrm>
          <a:off x="4478210" y="2069186"/>
          <a:ext cx="6647658" cy="27964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585720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62CF23-12B0-0C78-39F0-186728C25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BA203D70-7779-4208-099A-415A05DC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69A3A1B-19F3-93FC-245E-4B023FA44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B9C83AF-C97D-0242-C358-5EED6582DF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303FFBE-2EFA-6DE3-6F3F-93BABE08B3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5DC5021D-A00F-E29D-B6A6-52C2FE982A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CC1B180E-8A56-75ED-9A8D-1C57CA9821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20D4BACC-7D2F-50B2-B150-F306F2EF1C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B2131AE5-A07B-43A9-F9EA-39226AF0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B0795146-6661-DA08-ACBE-E3FFD83A51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35D238CD-3F11-08DD-8BE7-F83846D500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251A183A-6763-F53C-BBB9-797DE0FB3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C714AEAF-1F1B-8D92-B56A-50A65F6BE6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99DBA7BC-DB11-54AE-7018-676A9C4C8F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0DF9546A-2E26-E11C-35BF-D724619C4A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D6E9F7C0-B41C-0C84-39EF-5CF4718B06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CF1BBF29-909D-9724-4F95-4B614D1D4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17C06242-16FA-C134-DD44-B035C644FA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D60B314-71DF-42A1-0049-3B9BFB9EAB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92F739EB-EDF0-B5B3-4CDB-9E2337F77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475E88F1-1299-1936-C176-219AB5166F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B48F0570-C326-1D05-DCD2-13AB03A90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5FFDD59B-3540-2F45-AFE9-ABF023D011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1E4ABA6F-CBDA-7B62-92FA-356528CB4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25BD5F20-644A-E30D-DF2A-A9CDE1324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E3077225-AABC-9DC2-37B3-57B287B80F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76BBBFCA-28CF-FF8E-3518-7C603DC6B0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EBC2490-C3D8-BD94-14FF-639F4C2A3F7F}"/>
              </a:ext>
            </a:extLst>
          </p:cNvPr>
          <p:cNvSpPr txBox="1"/>
          <p:nvPr/>
        </p:nvSpPr>
        <p:spPr>
          <a:xfrm>
            <a:off x="171723" y="1034638"/>
            <a:ext cx="4020420" cy="55140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9BE5"/>
                </a:solidFill>
              </a:defRPr>
            </a:pPr>
            <a:r>
              <a:rPr lang="en-US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Data Layer Scaling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F81808-7B24-28D4-0B6C-44F8FAEC4392}"/>
              </a:ext>
            </a:extLst>
          </p:cNvPr>
          <p:cNvSpPr txBox="1"/>
          <p:nvPr/>
        </p:nvSpPr>
        <p:spPr>
          <a:xfrm>
            <a:off x="4068122" y="904845"/>
            <a:ext cx="7952154" cy="5581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2400" dirty="0"/>
              <a:t>PostgreSQL: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Primary + Read Replicas for read-heavy operations (not implemented for demo)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</a:t>
            </a:r>
            <a:r>
              <a:rPr lang="en-US" sz="1800" dirty="0" err="1"/>
              <a:t>StatefulSet</a:t>
            </a:r>
            <a:r>
              <a:rPr lang="en-US" sz="1800" dirty="0"/>
              <a:t> with persistent volume claims (5Gi+)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Separate databases per service (</a:t>
            </a:r>
            <a:r>
              <a:rPr lang="en-US" sz="1800" dirty="0" err="1"/>
              <a:t>auth_db</a:t>
            </a:r>
            <a:r>
              <a:rPr lang="en-US" sz="1800" dirty="0"/>
              <a:t>, </a:t>
            </a:r>
            <a:r>
              <a:rPr lang="en-US" sz="1800" dirty="0" err="1"/>
              <a:t>cart_db</a:t>
            </a:r>
            <a:r>
              <a:rPr lang="en-US" sz="1800" dirty="0"/>
              <a:t>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lang="en-US" sz="1800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2400" dirty="0"/>
              <a:t>Redis: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Cache-aside pattern (24h TTL on cart entries)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Cluster mode for production (6 nodes) (not implemented for demo)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Used for: session cache, rate limit counters, token revocation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lang="en-US" sz="1800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2400" dirty="0"/>
              <a:t>RabbitMQ: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Topic exchange for event routing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dirty="0"/>
              <a:t>  • Decouple services, queuing while under heavy load</a:t>
            </a:r>
            <a:endParaRPr lang="en-US" sz="1800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</a:t>
            </a:r>
            <a:r>
              <a:rPr lang="en-US" sz="1800" dirty="0" err="1"/>
              <a:t>StatefulSet</a:t>
            </a:r>
            <a:r>
              <a:rPr lang="en-US" sz="1800" dirty="0"/>
              <a:t> with durable storage</a:t>
            </a:r>
          </a:p>
        </p:txBody>
      </p:sp>
    </p:spTree>
    <p:extLst>
      <p:ext uri="{BB962C8B-B14F-4D97-AF65-F5344CB8AC3E}">
        <p14:creationId xmlns:p14="http://schemas.microsoft.com/office/powerpoint/2010/main" val="2268341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E4E4ED-6529-27D9-E504-D54694229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8A089F6-3C3C-B047-C8B0-14B7048F7E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AD350D7-AAA1-F408-6D30-E8A3A5625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7CBA9E6-6707-9C11-8D72-866401A6A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117348" y="774914"/>
            <a:ext cx="304800" cy="429768"/>
            <a:chOff x="215328" y="-46937"/>
            <a:chExt cx="304800" cy="2773841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D847736-D0B1-9E4E-5E34-9BCE6AF735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74872B8A-F4D2-F3DF-E7A5-2552FAFB1D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A931AFA4-F1B1-5A98-4F61-79B98BE8CB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AC9EC301-A725-4737-574D-334B6EF20D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A2F8145-4BEA-C1CD-45E9-CFD3AC278B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2D8A7CD-C8F5-D3FC-8F0B-7B9A9B17A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Oval 64">
              <a:extLst>
                <a:ext uri="{FF2B5EF4-FFF2-40B4-BE49-F238E27FC236}">
                  <a16:creationId xmlns:a16="http://schemas.microsoft.com/office/drawing/2014/main" id="{6335808A-91F2-95DB-6A90-CD1C49F86B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FF18A18D-2A8F-4461-5BD2-706F5D9753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Oval 66">
              <a:extLst>
                <a:ext uri="{FF2B5EF4-FFF2-40B4-BE49-F238E27FC236}">
                  <a16:creationId xmlns:a16="http://schemas.microsoft.com/office/drawing/2014/main" id="{56A9B27B-D37C-E65E-62D8-48A7F11FBE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A1BCFC4C-A7F3-9AA1-9049-615D956AC8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FB599CDE-5E19-CDC9-1148-4E318F986B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1" name="Rectangle 70">
            <a:extLst>
              <a:ext uri="{FF2B5EF4-FFF2-40B4-BE49-F238E27FC236}">
                <a16:creationId xmlns:a16="http://schemas.microsoft.com/office/drawing/2014/main" id="{125330C3-3D27-8030-CF8A-C2EC35E10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907BE2AD-1D8E-ED80-9736-4D30BF5A2E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83BFFD5-3670-32E2-2CFD-11D5A0EFC3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539C9C84-1128-854D-476B-098A179188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1D4A82E2-5269-8752-8CB3-F84F2B4B19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01B43D0-315F-FFB2-4AD8-4681172B6C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9" name="Rectangle 78">
            <a:extLst>
              <a:ext uri="{FF2B5EF4-FFF2-40B4-BE49-F238E27FC236}">
                <a16:creationId xmlns:a16="http://schemas.microsoft.com/office/drawing/2014/main" id="{E91CAA83-73EE-ADA5-8597-9B36489D4F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1" name="Group 80">
            <a:extLst>
              <a:ext uri="{FF2B5EF4-FFF2-40B4-BE49-F238E27FC236}">
                <a16:creationId xmlns:a16="http://schemas.microsoft.com/office/drawing/2014/main" id="{B98FA4CF-C005-B755-ED18-6380CB0E8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8E983449-F0EC-832F-5EC7-76033DF7B1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423AD33D-3C95-2043-8A88-81D207280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B1581996-79F7-4627-1ABB-EE8BE0255E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9CFF1EE-C7BE-A773-F9AA-D2E681221F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EC1F96A-3691-37DE-8226-979816190941}"/>
              </a:ext>
            </a:extLst>
          </p:cNvPr>
          <p:cNvSpPr txBox="1"/>
          <p:nvPr/>
        </p:nvSpPr>
        <p:spPr>
          <a:xfrm>
            <a:off x="462224" y="906211"/>
            <a:ext cx="3561795" cy="5514099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000" b="1">
                <a:solidFill>
                  <a:srgbClr val="009BE5"/>
                </a:solidFill>
              </a:defRPr>
            </a:pPr>
            <a:r>
              <a:rPr lang="hr-HR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Traffic</a:t>
            </a:r>
            <a:r>
              <a:rPr lang="hr-HR" sz="4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</a:t>
            </a:r>
            <a:r>
              <a:rPr lang="hr-HR" sz="48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Scaling</a:t>
            </a:r>
            <a:endParaRPr lang="en-US" sz="4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16352C-565F-EB6C-F420-935B6F4D73F5}"/>
              </a:ext>
            </a:extLst>
          </p:cNvPr>
          <p:cNvSpPr txBox="1"/>
          <p:nvPr/>
        </p:nvSpPr>
        <p:spPr>
          <a:xfrm>
            <a:off x="4430169" y="2260352"/>
            <a:ext cx="7952154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2400" dirty="0"/>
              <a:t>Gateway-level (NGINX Ingress)</a:t>
            </a:r>
            <a:r>
              <a:rPr lang="hr-HR" sz="2400" dirty="0"/>
              <a:t>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800" dirty="0"/>
              <a:t>  • </a:t>
            </a:r>
            <a:r>
              <a:rPr lang="hr-HR" sz="1800" dirty="0"/>
              <a:t>Auto </a:t>
            </a:r>
            <a:r>
              <a:rPr lang="hr-HR" sz="1800" dirty="0" err="1"/>
              <a:t>scaling</a:t>
            </a:r>
            <a:r>
              <a:rPr lang="hr-HR" dirty="0"/>
              <a:t> </a:t>
            </a:r>
            <a:r>
              <a:rPr lang="hr-HR" dirty="0" err="1"/>
              <a:t>when</a:t>
            </a:r>
            <a:r>
              <a:rPr lang="hr-HR" dirty="0"/>
              <a:t> </a:t>
            </a:r>
            <a:r>
              <a:rPr lang="hr-HR" dirty="0" err="1"/>
              <a:t>needed</a:t>
            </a:r>
            <a:endParaRPr lang="hr-HR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hr-HR" dirty="0"/>
              <a:t>  </a:t>
            </a:r>
            <a:r>
              <a:rPr lang="en-US" dirty="0"/>
              <a:t>• Token validation at the edge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hr-HR" sz="1800" dirty="0"/>
              <a:t>	</a:t>
            </a:r>
            <a:r>
              <a:rPr lang="en-US" sz="1800" dirty="0"/>
              <a:t>• </a:t>
            </a:r>
            <a:r>
              <a:rPr lang="hr-HR" sz="1800" dirty="0" err="1"/>
              <a:t>Unauthorize</a:t>
            </a:r>
            <a:r>
              <a:rPr lang="hr-HR" dirty="0" err="1"/>
              <a:t>d</a:t>
            </a:r>
            <a:r>
              <a:rPr lang="hr-HR" dirty="0"/>
              <a:t> </a:t>
            </a:r>
            <a:r>
              <a:rPr lang="hr-HR" dirty="0" err="1"/>
              <a:t>requests</a:t>
            </a:r>
            <a:r>
              <a:rPr lang="hr-HR" dirty="0"/>
              <a:t> </a:t>
            </a:r>
            <a:r>
              <a:rPr lang="hr-HR" dirty="0" err="1"/>
              <a:t>never</a:t>
            </a:r>
            <a:r>
              <a:rPr lang="hr-HR" dirty="0"/>
              <a:t> </a:t>
            </a:r>
            <a:r>
              <a:rPr lang="hr-HR" dirty="0" err="1"/>
              <a:t>reach</a:t>
            </a:r>
            <a:r>
              <a:rPr lang="hr-HR" dirty="0"/>
              <a:t> </a:t>
            </a:r>
            <a:r>
              <a:rPr lang="hr-HR" dirty="0" err="1"/>
              <a:t>actual</a:t>
            </a:r>
            <a:r>
              <a:rPr lang="hr-HR" dirty="0"/>
              <a:t> </a:t>
            </a:r>
            <a:r>
              <a:rPr lang="hr-HR" dirty="0" err="1"/>
              <a:t>services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1148510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63972A-D0C0-AD19-1EA5-EB58438CA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B11B92C-3472-5C5B-9AFE-334D0A9EA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FDE233F-7057-58B7-08BD-36B88E64C9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944E23D-D094-8028-D2BA-9E922F663F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EC5302-2F9C-E80D-C61D-66DA7B4A5D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3D833415-719F-19DB-A7F9-2C902A94E8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681879FF-7AA9-B4E3-38AB-CBC0000DF2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D7591B6-D699-29D6-BEC6-06CEF89C2E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B45EE8F-DF17-6926-3668-BA578E474A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DB4DD813-4973-C963-AB5B-D56A215DF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9" name="Rectangle 28">
            <a:extLst>
              <a:ext uri="{FF2B5EF4-FFF2-40B4-BE49-F238E27FC236}">
                <a16:creationId xmlns:a16="http://schemas.microsoft.com/office/drawing/2014/main" id="{1BECEED4-3160-DBF8-0055-41DD01022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29C0F0A-BCDE-D926-A856-BF97104E20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18E163BC-9CAC-9A74-6A6C-32D22A7BA7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752087E-A0E2-DA35-A4B8-171FA1C7FC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8FF4BF3-B029-9A02-0BE8-39831E3E79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FEB4E5B5-B88A-66B8-CB59-FEC03B3535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tangle 36">
            <a:extLst>
              <a:ext uri="{FF2B5EF4-FFF2-40B4-BE49-F238E27FC236}">
                <a16:creationId xmlns:a16="http://schemas.microsoft.com/office/drawing/2014/main" id="{85EA51EE-4FC1-76E0-ECB3-C8206E1BB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E45251C-9326-3EA1-1790-677887688C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D6EC429-3508-0CCC-044D-8856E54EF0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293720A2-3A73-61E0-EAF2-88323EDBD1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9CBB027F-912D-77B0-70DA-77B0DABF5C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C82514A-13C6-3942-0DF5-6D3D7D5AC5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5AA13F7B-CDA7-8F49-CA36-124023C20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6693312" y="1116028"/>
            <a:ext cx="304800" cy="429768"/>
            <a:chOff x="215328" y="-46937"/>
            <a:chExt cx="304800" cy="2773841"/>
          </a:xfrm>
        </p:grpSpPr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711FBC46-A56F-F19B-CE81-998763FC9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08FE02E0-B3BF-E515-1AFA-89B37A0C23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5DC31AC9-3833-E9A0-937F-D066BC8CE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A633BCB5-AFE4-A7B0-5A83-3CFB93C47E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2A5A6FB6-4E07-1B7B-3499-FEB16FF2DD8F}"/>
              </a:ext>
            </a:extLst>
          </p:cNvPr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BE5"/>
                </a:solidFill>
              </a:defRPr>
            </a:pPr>
            <a:r>
              <a:t>Section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DB9BC-8ED1-C7E5-6D98-F3CA01A3D933}"/>
              </a:ext>
            </a:extLst>
          </p:cNvPr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Security and Authentication</a:t>
            </a:r>
          </a:p>
        </p:txBody>
      </p:sp>
    </p:spTree>
    <p:extLst>
      <p:ext uri="{BB962C8B-B14F-4D97-AF65-F5344CB8AC3E}">
        <p14:creationId xmlns:p14="http://schemas.microsoft.com/office/powerpoint/2010/main" val="3988751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Security Measures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45864" y="1177350"/>
            <a:ext cx="3575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rPr dirty="0"/>
              <a:t>Transport &amp; Data Protection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45864" y="1725990"/>
            <a:ext cx="3941064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TLS 1.3 only (reject TLS &lt; 1.3)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• Argon2id: 64MB memory, 3 </a:t>
            </a:r>
            <a:r>
              <a:rPr lang="en-US" dirty="0" err="1"/>
              <a:t>iterati</a:t>
            </a:r>
            <a:r>
              <a:rPr lang="hr-HR" dirty="0" err="1"/>
              <a:t>ons</a:t>
            </a:r>
            <a:r>
              <a:rPr lang="hr-HR" dirty="0"/>
              <a:t> 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hr-HR" dirty="0"/>
              <a:t>	 </a:t>
            </a:r>
            <a:r>
              <a:rPr lang="en-US" dirty="0"/>
              <a:t>• </a:t>
            </a:r>
            <a:r>
              <a:rPr lang="hr-HR" dirty="0" err="1"/>
              <a:t>Passwords</a:t>
            </a:r>
            <a:r>
              <a:rPr lang="hr-HR" dirty="0"/>
              <a:t> </a:t>
            </a:r>
            <a:r>
              <a:rPr lang="hr-HR" dirty="0" err="1"/>
              <a:t>hashed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database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• AES-256 for sensitive data at rest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hr-HR" dirty="0"/>
              <a:t>	</a:t>
            </a:r>
            <a:r>
              <a:rPr dirty="0"/>
              <a:t>• Kubernetes Secrets for credentials</a:t>
            </a:r>
            <a:endParaRPr lang="hr-HR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Parameterized queries (SQL injection)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Content Security Policy headers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05800" y="1177350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rPr dirty="0"/>
              <a:t>Access Control &amp; Rate Limiting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6928" y="1725990"/>
            <a:ext cx="3547872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RBAC: Customer, Admin, B2BPartner</a:t>
            </a:r>
            <a:endParaRPr lang="hr-HR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Permission-based endpoint access</a:t>
            </a:r>
            <a:endParaRPr lang="hr-HR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hr-HR" dirty="0"/>
              <a:t>   </a:t>
            </a:r>
            <a:r>
              <a:rPr lang="en-US" dirty="0"/>
              <a:t> </a:t>
            </a:r>
            <a:r>
              <a:rPr lang="en-US" sz="1600" dirty="0"/>
              <a:t>• Claims in immutable JWT token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5 failed logins/email/15 min lockout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100 req/min/IP on auth endpoints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1000 RPS global limit at gateway</a:t>
            </a:r>
            <a:endParaRPr lang="hr-HR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• </a:t>
            </a:r>
            <a:r>
              <a:rPr lang="hr-HR" sz="1600" dirty="0"/>
              <a:t>JWT token </a:t>
            </a:r>
            <a:r>
              <a:rPr lang="hr-HR" sz="1600" dirty="0" err="1"/>
              <a:t>flow</a:t>
            </a:r>
            <a:endParaRPr lang="hr-HR" sz="1600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hr-HR" sz="1600" dirty="0"/>
              <a:t>   </a:t>
            </a:r>
            <a:r>
              <a:rPr lang="en-US" sz="1600" dirty="0"/>
              <a:t>• Token validation at the edge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  </a:t>
            </a:r>
            <a:r>
              <a:rPr lang="hr-HR" sz="1600" dirty="0"/>
              <a:t>   </a:t>
            </a:r>
            <a:r>
              <a:rPr lang="en-US" sz="1600" dirty="0"/>
              <a:t>• </a:t>
            </a:r>
            <a:r>
              <a:rPr lang="en-US" sz="1400" dirty="0"/>
              <a:t>Unauthorized requests never reach actual services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  </a:t>
            </a:r>
            <a:r>
              <a:rPr lang="hr-HR" dirty="0"/>
              <a:t> </a:t>
            </a:r>
            <a:r>
              <a:rPr lang="en-US" dirty="0"/>
              <a:t>• Token revocation 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hr-HR" dirty="0"/>
              <a:t>   </a:t>
            </a:r>
            <a:r>
              <a:rPr lang="en-US" dirty="0"/>
              <a:t>• Refresh token family-wide revocation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B26C0-77C3-811A-942E-3FA9C2E08449}"/>
              </a:ext>
            </a:extLst>
          </p:cNvPr>
          <p:cNvSpPr txBox="1"/>
          <p:nvPr/>
        </p:nvSpPr>
        <p:spPr>
          <a:xfrm>
            <a:off x="484632" y="1201734"/>
            <a:ext cx="35753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rPr lang="hr-HR" dirty="0" err="1"/>
              <a:t>Infrastructure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F1D129-4FD9-90DF-53BB-5B1D6B56EF81}"/>
              </a:ext>
            </a:extLst>
          </p:cNvPr>
          <p:cNvSpPr txBox="1"/>
          <p:nvPr/>
        </p:nvSpPr>
        <p:spPr>
          <a:xfrm>
            <a:off x="484632" y="1750374"/>
            <a:ext cx="3941064" cy="18004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hr-HR" dirty="0"/>
              <a:t>RHEL Linux </a:t>
            </a:r>
            <a:r>
              <a:rPr lang="hr-HR" dirty="0" err="1"/>
              <a:t>machine</a:t>
            </a:r>
            <a:r>
              <a:rPr lang="hr-HR" dirty="0"/>
              <a:t> (</a:t>
            </a:r>
            <a:r>
              <a:rPr lang="hr-HR" dirty="0" err="1"/>
              <a:t>or</a:t>
            </a:r>
            <a:r>
              <a:rPr lang="hr-HR" dirty="0"/>
              <a:t> Rocky) </a:t>
            </a:r>
            <a:r>
              <a:rPr lang="hr-HR" dirty="0" err="1"/>
              <a:t>with</a:t>
            </a:r>
            <a:r>
              <a:rPr lang="hr-HR" dirty="0"/>
              <a:t>      </a:t>
            </a:r>
            <a:r>
              <a:rPr lang="hr-HR" dirty="0" err="1"/>
              <a:t>SELinux</a:t>
            </a:r>
            <a:r>
              <a:rPr lang="hr-HR" dirty="0"/>
              <a:t> </a:t>
            </a:r>
            <a:r>
              <a:rPr lang="hr-HR" dirty="0" err="1"/>
              <a:t>enabled</a:t>
            </a:r>
            <a:endParaRPr lang="hr-HR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en-US" dirty="0"/>
              <a:t>• </a:t>
            </a:r>
            <a:r>
              <a:rPr lang="hr-HR" dirty="0" err="1"/>
              <a:t>Minimal</a:t>
            </a:r>
            <a:r>
              <a:rPr lang="hr-HR" dirty="0"/>
              <a:t> </a:t>
            </a:r>
            <a:r>
              <a:rPr lang="hr-HR" dirty="0" err="1"/>
              <a:t>docker</a:t>
            </a:r>
            <a:r>
              <a:rPr lang="hr-HR" dirty="0"/>
              <a:t> </a:t>
            </a:r>
            <a:r>
              <a:rPr lang="hr-HR" dirty="0" err="1"/>
              <a:t>images</a:t>
            </a:r>
            <a:r>
              <a:rPr lang="hr-HR" dirty="0"/>
              <a:t> (</a:t>
            </a:r>
            <a:r>
              <a:rPr lang="hr-HR" dirty="0" err="1"/>
              <a:t>alpine</a:t>
            </a:r>
            <a:r>
              <a:rPr lang="hr-HR" dirty="0"/>
              <a:t> + </a:t>
            </a:r>
            <a:r>
              <a:rPr lang="hr-HR" dirty="0" err="1"/>
              <a:t>only</a:t>
            </a:r>
            <a:r>
              <a:rPr lang="hr-HR" dirty="0"/>
              <a:t> </a:t>
            </a:r>
            <a:r>
              <a:rPr lang="hr-HR" dirty="0" err="1"/>
              <a:t>what’s</a:t>
            </a:r>
            <a:r>
              <a:rPr lang="hr-HR" dirty="0"/>
              <a:t> </a:t>
            </a:r>
            <a:r>
              <a:rPr lang="hr-HR" dirty="0" err="1"/>
              <a:t>needed</a:t>
            </a:r>
            <a:r>
              <a:rPr lang="hr-HR" dirty="0"/>
              <a:t>)</a:t>
            </a:r>
            <a:endParaRPr lang="en-US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endParaRPr lang="hr-HR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Authentication Flow (JWT RS256)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1. Client → POST /auth/login (email + password)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2. Auth Service → verifies password (Argon2id hash)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3. Auth Service → issues Token Pair: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 • Access Token: RS256-signed, 15-min expiry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 • Refresh Token: 7-day expiry, single-use with rotation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4. Subsequent requests: Bearer token in Authorization header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5. API Gateway → validates token via auth </a:t>
            </a:r>
            <a:r>
              <a:rPr dirty="0" err="1"/>
              <a:t>subrequest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6. Gateway forwards X-User-Id, X-User-Role to downstream services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Key Advantage: Asymmetric signing — only Auth Service has private key,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all other services verify with public key (zero-trust principle)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Token Lifecycle &amp; Revocation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Access Token: 15 min, contains userId, role, permissions, jti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Refresh Token: 7 days, single-use (rotation on each refresh)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Token Family Tracking: reuse detection → revoke entire family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Revocation List: Redis SET with TTL matching token expiry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▸ Graceful Degradation: if Redis unavailable, validate signature + expiry only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JWT Payload Claims: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t>  sub (userId) | role | permissions[] | iat | exp | jti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BE5"/>
                </a:solidFill>
              </a:defRPr>
            </a:pPr>
            <a:r>
              <a:t>Section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Key Components and Their Responsibilities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Auth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t>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User registration and login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JWT token issuance (RS256)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Token refresh with rotation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Token validation (</a:t>
            </a:r>
            <a:r>
              <a:rPr dirty="0" err="1"/>
              <a:t>subrequest</a:t>
            </a:r>
            <a:r>
              <a:rPr dirty="0"/>
              <a:t> endpoint)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Token revocation (logout)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Rate limiting (per-email, per-IP)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RBAC permission enforcement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Password hashing (Argon2id)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t>Technical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03520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Endpoints: </a:t>
            </a:r>
            <a:endParaRPr lang="hr-HR"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lang="hr-HR" dirty="0"/>
              <a:t> </a:t>
            </a:r>
            <a:r>
              <a:rPr lang="en-US" dirty="0"/>
              <a:t>• </a:t>
            </a:r>
            <a:r>
              <a:rPr dirty="0"/>
              <a:t>/auth/login</a:t>
            </a:r>
            <a:r>
              <a:rPr lang="en-US" dirty="0"/>
              <a:t>,</a:t>
            </a:r>
            <a:r>
              <a:rPr dirty="0"/>
              <a:t> /refresh, /logout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/auth/validate (gateway </a:t>
            </a:r>
            <a:r>
              <a:rPr dirty="0" err="1"/>
              <a:t>subrequest</a:t>
            </a:r>
            <a:r>
              <a:rPr dirty="0"/>
              <a:t>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/auth/register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Publishes: </a:t>
            </a:r>
            <a:r>
              <a:rPr dirty="0" err="1"/>
              <a:t>UserRegistered</a:t>
            </a:r>
            <a:r>
              <a:rPr dirty="0"/>
              <a:t> events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Storage: PostgreSQL (users, failed events)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Cache: Redis (revocation, rate limits)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Circuit breaker on Redis dependency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Prometheus metrics at /metrics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Cart Service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rPr dirty="0"/>
              <a:t>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737360"/>
            <a:ext cx="5303520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Cart CRUD (add, update, remove, view)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Guest cart support (anonymous sessions)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Cart merge on login (conflict resolution)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Price calculation (integer cents, EUR)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Inventory availability verification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Checkout flow orchestration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Payment authorization &amp; capture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lang="hr-HR" dirty="0"/>
              <a:t>Third party </a:t>
            </a:r>
            <a:r>
              <a:rPr lang="hr-HR" dirty="0" err="1"/>
              <a:t>integration</a:t>
            </a:r>
            <a:r>
              <a:rPr lang="hr-HR" dirty="0"/>
              <a:t> (</a:t>
            </a:r>
            <a:r>
              <a:rPr lang="en-US" dirty="0"/>
              <a:t>Croatian </a:t>
            </a:r>
            <a:r>
              <a:rPr lang="en-US" dirty="0" err="1"/>
              <a:t>fiscalization</a:t>
            </a:r>
            <a:r>
              <a:rPr lang="hr-HR" dirty="0"/>
              <a:t>)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217920" y="1188720"/>
            <a:ext cx="5303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t>Technical Details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0" y="173736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Endpoints: /</a:t>
            </a:r>
            <a:r>
              <a:rPr dirty="0" err="1"/>
              <a:t>api</a:t>
            </a:r>
            <a:r>
              <a:rPr dirty="0"/>
              <a:t>/cart/*, /</a:t>
            </a:r>
            <a:r>
              <a:rPr dirty="0" err="1"/>
              <a:t>api</a:t>
            </a:r>
            <a:r>
              <a:rPr dirty="0"/>
              <a:t>/guest-cart/*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/</a:t>
            </a:r>
            <a:r>
              <a:rPr dirty="0" err="1"/>
              <a:t>api</a:t>
            </a:r>
            <a:r>
              <a:rPr dirty="0"/>
              <a:t>/checkout, /</a:t>
            </a:r>
            <a:r>
              <a:rPr dirty="0" err="1"/>
              <a:t>api</a:t>
            </a:r>
            <a:r>
              <a:rPr dirty="0"/>
              <a:t>/inventory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Cache-aside: Redis L1, PostgreSQL L2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24h TTL on cached cart entries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Publishes: </a:t>
            </a:r>
            <a:r>
              <a:rPr dirty="0" err="1"/>
              <a:t>CartCleared</a:t>
            </a:r>
            <a:r>
              <a:rPr dirty="0"/>
              <a:t>, </a:t>
            </a:r>
            <a:r>
              <a:rPr dirty="0" err="1"/>
              <a:t>InventoryUpdated</a:t>
            </a:r>
            <a:endParaRPr dirty="0"/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Consumes: </a:t>
            </a:r>
            <a:r>
              <a:rPr dirty="0" err="1"/>
              <a:t>InventoryUpdated</a:t>
            </a:r>
            <a:r>
              <a:rPr dirty="0"/>
              <a:t> events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Circuit breakers: Redis, Payment, Fiscal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RepeatableRead</a:t>
            </a:r>
            <a:r>
              <a:rPr dirty="0"/>
              <a:t> isolation for checkout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rPr dirty="0"/>
              <a:t>Supporting Components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C3F46F-3171-97DB-CD4F-FAF694C34D12}"/>
              </a:ext>
            </a:extLst>
          </p:cNvPr>
          <p:cNvSpPr txBox="1"/>
          <p:nvPr/>
        </p:nvSpPr>
        <p:spPr>
          <a:xfrm>
            <a:off x="598131" y="1088136"/>
            <a:ext cx="3344762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rPr lang="en-US" dirty="0"/>
              <a:t>API Gateway (NGINX Ingress):</a:t>
            </a:r>
          </a:p>
          <a:p>
            <a:pPr>
              <a:defRPr sz="2000" b="1">
                <a:solidFill>
                  <a:srgbClr val="00C9A7"/>
                </a:solidFill>
              </a:defRPr>
            </a:pPr>
            <a:r>
              <a:rPr lang="en-US" dirty="0"/>
              <a:t> 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897B8B-985D-18AF-7825-C5CBA1440920}"/>
              </a:ext>
            </a:extLst>
          </p:cNvPr>
          <p:cNvSpPr txBox="1"/>
          <p:nvPr/>
        </p:nvSpPr>
        <p:spPr>
          <a:xfrm>
            <a:off x="598131" y="1518093"/>
            <a:ext cx="372160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• TLS termination, path-based routing, rate limiting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 • Token validation via auth </a:t>
            </a:r>
            <a:r>
              <a:rPr lang="en-US" sz="1600" dirty="0" err="1"/>
              <a:t>subrequest</a:t>
            </a:r>
            <a:r>
              <a:rPr lang="en-US" sz="1600" dirty="0"/>
              <a:t> before forwarding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 • Generates X-Correlation-Id for distributed tracing</a:t>
            </a:r>
          </a:p>
          <a:p>
            <a:endParaRPr lang="en-US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DE8DE94-5C4A-AC02-CD08-7D8A2EF28FC6}"/>
              </a:ext>
            </a:extLst>
          </p:cNvPr>
          <p:cNvSpPr txBox="1"/>
          <p:nvPr/>
        </p:nvSpPr>
        <p:spPr>
          <a:xfrm>
            <a:off x="7705531" y="988665"/>
            <a:ext cx="292586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rPr lang="en-US" dirty="0"/>
              <a:t>Data Layer (</a:t>
            </a:r>
            <a:r>
              <a:rPr lang="en-US" dirty="0" err="1"/>
              <a:t>StatefulSets</a:t>
            </a:r>
            <a:r>
              <a:rPr lang="en-US" dirty="0"/>
              <a:t>): 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849547-5146-E53A-3649-260ADD8E6410}"/>
              </a:ext>
            </a:extLst>
          </p:cNvPr>
          <p:cNvSpPr txBox="1"/>
          <p:nvPr/>
        </p:nvSpPr>
        <p:spPr>
          <a:xfrm>
            <a:off x="7708392" y="1388775"/>
            <a:ext cx="3721608" cy="17748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• PostgreSQL 16: persistent user/cart/order data (5Gi PVC)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 • Redis 7: caching, rate limits, revocation lists (1Gi PVC)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 • RabbitMQ 3: async event bus, dead-letter queues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C9F7EB-712A-D626-8419-C3D0425ABBCF}"/>
              </a:ext>
            </a:extLst>
          </p:cNvPr>
          <p:cNvSpPr txBox="1"/>
          <p:nvPr/>
        </p:nvSpPr>
        <p:spPr>
          <a:xfrm>
            <a:off x="4319739" y="4269348"/>
            <a:ext cx="1791516" cy="40011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C9A7"/>
                </a:solidFill>
              </a:defRPr>
            </a:pPr>
            <a:r>
              <a:rPr lang="en-US" dirty="0"/>
              <a:t>Shared Library: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07121A-BC6A-636F-5C6D-367ADE72D485}"/>
              </a:ext>
            </a:extLst>
          </p:cNvPr>
          <p:cNvSpPr txBox="1"/>
          <p:nvPr/>
        </p:nvSpPr>
        <p:spPr>
          <a:xfrm>
            <a:off x="4322600" y="4669458"/>
            <a:ext cx="3721608" cy="12413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</a:t>
            </a:r>
            <a:r>
              <a:rPr lang="en-US" sz="2000" dirty="0"/>
              <a:t> </a:t>
            </a:r>
            <a:r>
              <a:rPr lang="en-US" sz="1600" dirty="0"/>
              <a:t>• DTOs, event schemas, interfaces, middleware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lang="en-US" sz="1600" dirty="0"/>
              <a:t>  • Correlation ID propagation, common error handling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Team Ownership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Team A — Customer Experience: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Cart Service (CRUD, pricing, guest carts)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Order Service (checkout, order tracking)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Frontend integration (Web SPA, Mobile)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Notification Service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Team B — Platform &amp; Infrastructure: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Auth Service (authentication, RBAC)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Inventory Service (stock management)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Payment Service (gateway integration)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Infrastructure (K8s, CI/CD, monitoring)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External integrations (Tax Authority, Marketplace)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BE5"/>
                </a:solidFill>
              </a:defRPr>
            </a:pPr>
            <a:r>
              <a:t>Section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/>
              <a:t>Integration with External Services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AAA64A3-F070-B279-54D9-E720D8D60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68EEF6-B7D5-A018-CC84-42865872D7A4}"/>
              </a:ext>
            </a:extLst>
          </p:cNvPr>
          <p:cNvSpPr txBox="1"/>
          <p:nvPr/>
        </p:nvSpPr>
        <p:spPr>
          <a:xfrm>
            <a:off x="457200" y="274320"/>
            <a:ext cx="5730928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rPr lang="en-US" dirty="0"/>
              <a:t>Integration High Level Architecture</a:t>
            </a: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F4B2B7-8012-2249-DC24-9FA4C67319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6515" y="1599944"/>
            <a:ext cx="8106906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9507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0437CB-6B4E-E2B5-79C7-FBAC038566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2842603-D907-B2DF-BEF6-C060B92E99FE}"/>
              </a:ext>
            </a:extLst>
          </p:cNvPr>
          <p:cNvSpPr txBox="1"/>
          <p:nvPr/>
        </p:nvSpPr>
        <p:spPr>
          <a:xfrm>
            <a:off x="457200" y="274320"/>
            <a:ext cx="3950120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rPr lang="en-US" dirty="0"/>
              <a:t>Generic Resilience Flow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3D479D-098E-0ACB-67A9-1C235A6813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3349" y="828318"/>
            <a:ext cx="6385301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2915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rPr dirty="0"/>
              <a:t>Resilience Patterns for External Services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Circuit Breaker (Polly v8):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Failure threshold: 5 failures in rolling 60s window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Open state: returns 503 immediately (no calls to dependency)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Half-open: allows 3 probes after 30s reset timeout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Closed: normal operation resumes after successful probes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Fallback Strategy: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Redis unavailable → direct DB reads + in-memory rate limits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RabbitMQ unavailable → local queue (1000 </a:t>
            </a:r>
            <a:r>
              <a:rPr dirty="0" err="1"/>
              <a:t>msgs</a:t>
            </a:r>
            <a:r>
              <a:rPr dirty="0"/>
              <a:t>) + DB persistence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Payment failure → order stays in Pending state for retry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Fiscal failure → ZKI-only receipt, async retry within 48h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BE5"/>
                </a:solidFill>
              </a:defRPr>
            </a:pPr>
            <a:r>
              <a:t>Section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Monitoring and Alerting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Health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Every service exposes /health endpoint reporting: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Healthy (200): all dependencies respond within 2s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Degraded (200): some dependencies slow (2–5s) but functional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Unhealthy (503): one or more dependencies unreachable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Kubernetes Probes: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Liveness: /health, initial delay 15s, interval 30s, threshold 3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  → Restart pod if unhealthy for 90s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Readiness: /health, initial delay 5s, interval 10s, threshold 2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  → Remove from load balancer if unhealthy for 20s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Dependency Checks: PostgreSQL, Redis, RabbitMQ, Inventory Service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Monitoring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Metrics Collection: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Prometheus scrapes /metrics every 15 seconds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Pod annotations: prometheus.io/scrape, /path, /port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Metrics: request count, latency (P50/P95/P99), error rate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15-day retention for metric data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Visualization &amp; Alerting: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Grafana dashboards: per-service, per-endpoint breakdown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</a:t>
            </a:r>
            <a:r>
              <a:rPr dirty="0" err="1"/>
              <a:t>Alertmanager</a:t>
            </a:r>
            <a:r>
              <a:rPr dirty="0"/>
              <a:t> rules with PagerDuty/Slack integration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Structured Logging: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JSON format: timestamp, level, service, </a:t>
            </a:r>
            <a:r>
              <a:rPr dirty="0" err="1"/>
              <a:t>correlationId</a:t>
            </a:r>
            <a:r>
              <a:rPr dirty="0"/>
              <a:t>,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  method, path, </a:t>
            </a:r>
            <a:r>
              <a:rPr dirty="0" err="1"/>
              <a:t>statusCode</a:t>
            </a:r>
            <a:r>
              <a:rPr dirty="0"/>
              <a:t>, </a:t>
            </a:r>
            <a:r>
              <a:rPr dirty="0" err="1"/>
              <a:t>responseTimeMs</a:t>
            </a: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• Centralized aggregation (ELK Stack / CloudWatch)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Distributed Tracing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Correlation ID generated at API Gateway (X-Correlation-Id)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Propagated to all downstream services via headers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Included in every log entry and inter-service call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Enables end-to-end request tracing across services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Request Flow Visibility: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Client → Gateway → Auth Validate → Cart Service → Redis/DB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Each hop logs the same Correlation ID for full trace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Future: </a:t>
            </a:r>
            <a:r>
              <a:rPr dirty="0" err="1"/>
              <a:t>OpenTelemetry</a:t>
            </a:r>
            <a:r>
              <a:rPr dirty="0"/>
              <a:t> integration for spans and trace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009BE5"/>
                </a:solidFill>
              </a:defRPr>
            </a:pPr>
            <a:r>
              <a:t>Section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Code Delivery Plan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CI/CD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78408"/>
            <a:ext cx="10515600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Build Stage: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Trigger: push to feature branch or PR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Steps: restore → build → unit tests → integration tests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Docker multi-stage build (sdk:8.0 → aspnet:8.0 runtime)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Image tagged with git SHA + semantic version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sz="1600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Deploy Stage: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Dev: auto-deploy on merge to develop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Staging: auto-deploy on merge to main (with integration tests)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Production: manual approval gate after staging validation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Rolling update strategy (zero-downtime deployments)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sz="1600"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Quality Gates: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All unit + integration tests pass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Code coverage &gt; 80%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sz="1600" dirty="0"/>
              <a:t>  • No critical/high security vulnerabilities (SAST scan)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9BE5"/>
                </a:solidFill>
              </a:defRPr>
            </a:pPr>
            <a:r>
              <a:t>Branching Strategy (Git Flow)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45448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main — production-ready code, tagged releases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develop — integration branch, auto-deploys to staging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feature/* — individual features (branch from develop)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hotfix/* — urgent production fixes (branch from main)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▸ release/* — release preparation and stabilization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Workflow: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1. Developer creates feature/TICKET-description from develop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2. Opens PR → triggers CI pipeline (build + test + SAST)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3. Code review by team member (min 1 approval)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4. Merge to develop → auto-deploy to staging</a:t>
            </a:r>
          </a:p>
          <a:p>
            <a:pPr>
              <a:spcAft>
                <a:spcPts val="800"/>
              </a:spcAft>
              <a:defRPr sz="1800">
                <a:solidFill>
                  <a:srgbClr val="FFFFFF"/>
                </a:solidFill>
              </a:defRPr>
            </a:pPr>
            <a:r>
              <a:rPr dirty="0"/>
              <a:t>  5. Release branch → final QA → merge to main → tag → deploy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Questions?</a:t>
            </a:r>
          </a:p>
          <a:p>
            <a:pPr algn="ctr">
              <a:defRPr sz="2200">
                <a:solidFill>
                  <a:srgbClr val="CCCCCC"/>
                </a:solidFill>
              </a:defRPr>
            </a:pPr>
            <a:r>
              <a:t>Thank you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</TotalTime>
  <Words>2007</Words>
  <Application>Microsoft Office PowerPoint</Application>
  <PresentationFormat>Widescreen</PresentationFormat>
  <Paragraphs>269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Luka Kunej</cp:lastModifiedBy>
  <cp:revision>4</cp:revision>
  <dcterms:created xsi:type="dcterms:W3CDTF">2013-01-27T09:14:16Z</dcterms:created>
  <dcterms:modified xsi:type="dcterms:W3CDTF">2026-07-15T11:58:06Z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c74e229-e028-4d7c-a6a3-26c7da30bf72_Enabled">
    <vt:lpwstr>true</vt:lpwstr>
  </property>
  <property fmtid="{D5CDD505-2E9C-101B-9397-08002B2CF9AE}" pid="3" name="MSIP_Label_dc74e229-e028-4d7c-a6a3-26c7da30bf72_SetDate">
    <vt:lpwstr>2026-07-15T09:02:32Z</vt:lpwstr>
  </property>
  <property fmtid="{D5CDD505-2E9C-101B-9397-08002B2CF9AE}" pid="4" name="MSIP_Label_dc74e229-e028-4d7c-a6a3-26c7da30bf72_Method">
    <vt:lpwstr>Standard</vt:lpwstr>
  </property>
  <property fmtid="{D5CDD505-2E9C-101B-9397-08002B2CF9AE}" pid="5" name="MSIP_Label_dc74e229-e028-4d7c-a6a3-26c7da30bf72_Name">
    <vt:lpwstr>Open</vt:lpwstr>
  </property>
  <property fmtid="{D5CDD505-2E9C-101B-9397-08002B2CF9AE}" pid="6" name="MSIP_Label_dc74e229-e028-4d7c-a6a3-26c7da30bf72_SiteId">
    <vt:lpwstr>7ca1b46b-c612-40f4-9db2-3494b7c1ebb8</vt:lpwstr>
  </property>
  <property fmtid="{D5CDD505-2E9C-101B-9397-08002B2CF9AE}" pid="7" name="MSIP_Label_dc74e229-e028-4d7c-a6a3-26c7da30bf72_ActionId">
    <vt:lpwstr>4226c0df-1ec0-4126-ac57-26496bd06113</vt:lpwstr>
  </property>
  <property fmtid="{D5CDD505-2E9C-101B-9397-08002B2CF9AE}" pid="8" name="MSIP_Label_dc74e229-e028-4d7c-a6a3-26c7da30bf72_ContentBits">
    <vt:lpwstr>1</vt:lpwstr>
  </property>
  <property fmtid="{D5CDD505-2E9C-101B-9397-08002B2CF9AE}" pid="9" name="MSIP_Label_dc74e229-e028-4d7c-a6a3-26c7da30bf72_Tag">
    <vt:lpwstr>10, 3, 0, 1</vt:lpwstr>
  </property>
  <property fmtid="{D5CDD505-2E9C-101B-9397-08002B2CF9AE}" pid="10" name="ClassificationContentMarkingHeaderLocations">
    <vt:lpwstr>Office Theme:8</vt:lpwstr>
  </property>
  <property fmtid="{D5CDD505-2E9C-101B-9397-08002B2CF9AE}" pid="11" name="ClassificationContentMarkingHeaderText">
    <vt:lpwstr>Confidentiality Class: Open</vt:lpwstr>
  </property>
</Properties>
</file>